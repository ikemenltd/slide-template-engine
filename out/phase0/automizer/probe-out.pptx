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0-created" id="256"/>
    <p:sldId r:id="rId11-created" id="257"/>
    <p:sldId r:id="rId12-created" id="2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0-created" Type="http://schemas.openxmlformats.org/officeDocument/2006/relationships/slide" Target="slides/slide3.xml"/><Relationship Id="rId11-created" Type="http://schemas.openxmlformats.org/officeDocument/2006/relationships/slide" Target="slides/slide4.xml"/><Relationship Id="rId12-created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0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0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経営の現場で、こんな</a:t>
            </a:r>
            <a:r>
              <a:rPr sz="20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限界</a:t>
            </a:r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を感じていませんか？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社長が現場から</a:t>
            </a:r>
          </a:p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離れられない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人件費が厳しい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同じ見本の2枚目（複製の確認）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開発費が高すぎる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補助金は</a:t>
            </a:r>
            <a:r>
              <a:rPr sz="16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ans JP"/>
                <a:ea typeface="Noto Sans JP"/>
              </a:rPr>
              <a:t>難しそう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見積もりを取ったら数百万〜数千万と言われた。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2/3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section-band"/>
          <p:cNvSpPr/>
          <p:nvPr/>
        </p:nvSpPr>
        <p:spPr>
          <a:xfrm>
            <a:off x="4318000" y="1524000"/>
            <a:ext cx="7112000" cy="9144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.headline"/>
          <p:cNvSpPr txBox="1"/>
          <p:nvPr/>
        </p:nvSpPr>
        <p:spPr>
          <a:xfrm>
            <a:off x="4826000" y="1651000"/>
            <a:ext cx="609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lang="ja-JP">
                <a:solidFill>
                  <a:schemeClr val="bg1"/>
                </a:solidFill>
                <a:latin typeface="Noto Sans JP"/>
                <a:ea typeface="Noto Sans JP"/>
              </a:rPr>
              <a:t>制度の核心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beBlue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Fonts">
      <a:maj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