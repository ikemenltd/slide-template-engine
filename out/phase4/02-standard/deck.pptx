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3-img.item.1.jpg"/><Relationship Id="rId8-created" Type="http://schemas.openxmlformats.org/officeDocument/2006/relationships/image" Target="../media/p03-img.item.2.jpg"/><Relationship Id="rId9-created" Type="http://schemas.openxmlformats.org/officeDocument/2006/relationships/image" Target="../media/p03-img.item.3.jpg"/><Relationship Id="rId10-created" Type="http://schemas.openxmlformats.org/officeDocument/2006/relationships/image" Target="../media/p03-img.item.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4-img.hero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5-img.side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7-img.item.1.jpg"/><Relationship Id="rId8-created" Type="http://schemas.openxmlformats.org/officeDocument/2006/relationships/image" Target="../media/p07-img.item.2.jpg"/><Relationship Id="rId9-created" Type="http://schemas.openxmlformats.org/officeDocument/2006/relationships/image" Target="../media/p07-img.item.3.jpg"/><Relationship Id="rId10-created" Type="http://schemas.openxmlformats.org/officeDocument/2006/relationships/image" Target="../media/p07-img.item.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8-img.hero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9-img.right.jpg"/><Relationship Id="rId6-created" Type="http://schemas.openxmlformats.org/officeDocument/2006/relationships/image" Target="../media/p09-img.left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0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なぜ変えるのか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課題を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解消するため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何が変わるのか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アプリで打刻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いつから何を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4月1日に</a:t>
            </a:r>
            <a:endParaRPr lang="ja-JP" altLang="en-US" sz="1700" b="0" dirty="0"/>
          </a:p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完全切替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新しい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勤怠管理の仕組み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4月から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紙のタイムカードをやめ、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スマートフォンで打刻する仕組みに切り替えます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Agenda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5527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30353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5527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いまの勤怠管理の課題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33401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8227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33401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新しい仕組みで変わること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41275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6101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41275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切り替えまでの予定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9149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3975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9149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皆さんにお願いしたいこと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Issues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いまの勤怠管理の課題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集計に時間がかかる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総務が毎月3日かけて手で集計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打刻の漏れが多い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直行直帰の日は手書きで直す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残業時間が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すぐ分からない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月末まで誰が何時間か見えない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有給の残りが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申請のたびに総務へ問い合わせ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スマホの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アプリ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で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打刻できる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出勤と退勤はアプリで記録。現場に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直行する日も、その場で打刻できます。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集計は自動。総務の集計作業は毎月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3日から半日に減る見込みです。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残業時間と有給休暇の残りは、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アプリでいつでも自分で確認できます。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Results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営業部30名の試験導入で効果が出ました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打刻の漏れ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月120件から月6件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に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減少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集計の所要時間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日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3日から半日に短縮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有給問い合わせ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5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月45件から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月5件に減少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試験導入した営業部（30名）での結果。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切り替えまでの予定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Schedule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Steps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切り替えは4段階で進みます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49780" y="2137410"/>
            <a:ext cx="2077720" cy="207772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2月：アプリ配布と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各部署で説明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4434840" y="2137410"/>
            <a:ext cx="2077720" cy="207772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443484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443484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3月：紙とアプリを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並行して使う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6819900" y="2137410"/>
            <a:ext cx="2077720" cy="207772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681990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681990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4月1日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：完全に切替</a:t>
            </a:r>
            <a:endParaRPr lang="ja-JP" altLang="en-US" sz="1500" b="1" dirty="0"/>
          </a:p>
        </p:txBody>
      </p:sp>
      <p:pic>
        <p:nvPicPr>
          <p:cNvPr id="15" name="img.item.4" descr="手順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9204960" y="2137410"/>
            <a:ext cx="2077720" cy="2077720"/>
          </a:xfrm>
          <a:prstGeom prst="rect">
            <a:avLst/>
          </a:prstGeom>
        </p:spPr>
      </p:pic>
      <p:sp>
        <p:nvSpPr>
          <p:cNvPr id="16" name="deco.item-4-rule"/>
          <p:cNvSpPr/>
          <p:nvPr/>
        </p:nvSpPr>
        <p:spPr>
          <a:xfrm>
            <a:off x="9204960" y="431673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xt.item.4.caption"/>
          <p:cNvSpPr txBox="1"/>
          <p:nvPr/>
        </p:nvSpPr>
        <p:spPr>
          <a:xfrm>
            <a:off x="9204960" y="4443730"/>
            <a:ext cx="207772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4月末：最初の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自動集計を確認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Attention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3月は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両方</a:t>
            </a: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で打刻してください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3月の並行期間は、紙のタイムカードとアプリの両方で打刻してください。どちらか一方だけだと、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給与の計算が合わなくなります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スマートフォンが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無い方へ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会社支給のスマートフォンが無い方は、各事業所の入口に置く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共用の端末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で打刻できます。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社員証をかざす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だけで記録されます。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分からないことは総務部へ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勤怠担当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へご連絡ください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社内チャットでも質問可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