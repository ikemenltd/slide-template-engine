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23-created" id="256"/>
    <p:sldId r:id="rId24-created" id="257"/>
    <p:sldId r:id="rId25-created" id="258"/>
    <p:sldId r:id="rId26-created" id="259"/>
    <p:sldId r:id="rId27-created" id="26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3-created" Type="http://schemas.openxmlformats.org/officeDocument/2006/relationships/slide" Target="slides/slide16.xml"/><Relationship Id="rId24-created" Type="http://schemas.openxmlformats.org/officeDocument/2006/relationships/slide" Target="slides/slide17.xml"/><Relationship Id="rId25-created" Type="http://schemas.openxmlformats.org/officeDocument/2006/relationships/slide" Target="slides/slide18.xml"/><Relationship Id="rId26-created" Type="http://schemas.openxmlformats.org/officeDocument/2006/relationships/slide" Target="slides/slide19.xml"/><Relationship Id="rId27-created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1-img.hero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02-img.item.1.jpg"/><Relationship Id="rId7-created" Type="http://schemas.openxmlformats.org/officeDocument/2006/relationships/image" Target="../media/p02-img.item.2.jpg"/><Relationship Id="rId8-created" Type="http://schemas.openxmlformats.org/officeDocument/2006/relationships/image" Target="../media/p02-img.item.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3-img.side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04-img.item.1.jpg"/><Relationship Id="rId7-created" Type="http://schemas.openxmlformats.org/officeDocument/2006/relationships/image" Target="../media/p04-img.item.2.jpg"/><Relationship Id="rId8-created" Type="http://schemas.openxmlformats.org/officeDocument/2006/relationships/image" Target="../media/p04-img.item.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5-img.hero.jp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請求書づくりの</a:t>
            </a:r>
            <a:endParaRPr lang="ja-JP" altLang="en-US" sz="1350" b="0" dirty="0"/>
          </a:p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時間</a:t>
            </a:r>
            <a:endParaRPr lang="ja-JP" altLang="en-US" sz="1350" b="0" dirty="0"/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月8時間</a:t>
            </a:r>
            <a:endParaRPr lang="ja-JP" altLang="en-US" sz="1700" b="0" dirty="0"/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入力ミスの</a:t>
            </a:r>
            <a:endParaRPr lang="ja-JP" altLang="en-US" sz="1350" b="0" dirty="0"/>
          </a:p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差し戻し</a:t>
            </a:r>
            <a:endParaRPr lang="ja-JP" altLang="en-US" sz="1350" b="0" dirty="0"/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ほぼ0件</a:t>
            </a:r>
            <a:endParaRPr lang="ja-JP" altLang="en-US" sz="1700" b="0" dirty="0"/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導入までの期間</a:t>
            </a:r>
            <a:endParaRPr lang="ja-JP" altLang="en-US" sz="1350" b="0" dirty="0"/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平均2週間</a:t>
            </a:r>
            <a:endParaRPr lang="ja-JP" altLang="en-US" sz="1700" b="0" dirty="0"/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1" u="heavy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業務自動化</a:t>
            </a: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で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本来の仕事へ</a:t>
            </a:r>
            <a:endParaRPr lang="ja-JP" altLang="en-US" sz="3250" b="0" dirty="0"/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毎日の事務作業に追われる中小企業の経営者へ、</a:t>
            </a:r>
            <a:endParaRPr lang="ja-JP" altLang="en-US" sz="1500" b="1" dirty="0"/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業務の自動化サービスをご案内します。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Issues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こんなお悩みはありませんか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810000" y="20320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4953000" y="1841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1" spc="350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属人化</a:t>
            </a: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で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社長が動けない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4953000" y="2654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4953000" y="2768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自分がいないと業務が回らない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3810000" y="33655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4953000" y="31750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人が育たず定着しない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4953000" y="39878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4953000" y="41021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採用しても教育に時間がかかる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3810000" y="4699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4953000" y="4508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開発費が高すぎる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4953000" y="5321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4953000" y="5435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見積もりは数百万円から数千万円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Results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請求書づくりが月40時間から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月8時間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に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導入前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40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時間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請求書づくりにかかっていた月あたりの時間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導入後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8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時間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同じ請求書づくりが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月あたりこの時間に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差し戻し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0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入力ミスによる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差し戻しがほぼ0件に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数字は、導入いただいた企業での結果です。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Steps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導入の流れ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2049780" y="1905000"/>
            <a:ext cx="2540000" cy="254000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無料のヒアリングで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業務の流れを伺う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5396230" y="1905000"/>
            <a:ext cx="2540000" cy="254000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539623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539623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自動化の設計で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任せる作業を決める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8742680" y="1905000"/>
            <a:ext cx="2540000" cy="254000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87426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87426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1つの業務から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小さく始めて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確かめる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まずはご相談ください</a:t>
            </a:r>
            <a:endParaRPr lang="ja-JP" altLang="en-US" sz="3250" b="0" dirty="0"/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ヒアリングは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無料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。一緒に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自動化できる所を探します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