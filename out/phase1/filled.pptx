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3-created" id="256"/>
    <p:sldId r:id="rId14-created" id="257"/>
    <p:sldId r:id="rId15-created" id="2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3-created" Type="http://schemas.openxmlformats.org/officeDocument/2006/relationships/slide" Target="slides/slide6.xml"/><Relationship Id="rId14-created" Type="http://schemas.openxmlformats.org/officeDocument/2006/relationships/slide" Target="slides/slide7.xml"/><Relationship Id="rId15-created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352" b="352"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最大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2,000万円を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国が補助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業務に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完全フィットする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フルスクラッチ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開発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丸投げOK・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不採択時0円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申請代行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費用ゼロ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業務システム導入で、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会社が変わる。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省力化投資補助金 × オーダーメイドシステム開発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活用ガイド（中小企業・個人事業主向け / 2025年度対応版）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Company 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経営の現場で、こんな限界を感じていませんか？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社長が現場から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離れられない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業務が属人化しており、自分がいないと回らない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人件費が厳しい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採用コストも教育コストも高騰している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開発費が高すぎる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見積もりを取ったら数百万～数千万と言われた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補助金は難しそう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書類が多く、何が自社に使えるか分からない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2"/>
          <a:srcRect l="35246" r="35246"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The core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of the system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省力化投資補助金　制度の核心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補助率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2/3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融資ではなく、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返済不要の公制度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最大補助額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2,000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万円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中小企業庁管轄の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信頼できる制度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採択率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70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%+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2024年実績・全国平均。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今が最も狙い目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管轄：中小企業庁 対象：業務省力化のためのシステム導入費用（オーダーメイド開発も対象）</a:t>
            </a:r>
            <a:endParaRPr lang="ja-JP" altLang="en-US" sz="13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時期：2024年新設。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