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item.1.jpg"/><Relationship Id="rId6-created" Type="http://schemas.openxmlformats.org/officeDocument/2006/relationships/image" Target="../media/p04-img.item.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6-img.item.1.jpg"/><Relationship Id="rId7-created" Type="http://schemas.openxmlformats.org/officeDocument/2006/relationships/image" Target="../media/p06-img.item.2.jpg"/><Relationship Id="rId8-created" Type="http://schemas.openxmlformats.org/officeDocument/2006/relationships/image" Target="../media/p06-img.item.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7-img.hero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8-img.item.1.jpg"/><Relationship Id="rId8-created" Type="http://schemas.openxmlformats.org/officeDocument/2006/relationships/image" Target="../media/p08-img.item.2.jpg"/><Relationship Id="rId9-created" Type="http://schemas.openxmlformats.org/officeDocument/2006/relationships/image" Target="../media/p08-img.item.3.jpg"/><Relationship Id="rId10-created" Type="http://schemas.openxmlformats.org/officeDocument/2006/relationships/image" Target="../media/p08-img.item.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9-img.item.1.jpg"/><Relationship Id="rId7-created" Type="http://schemas.openxmlformats.org/officeDocument/2006/relationships/image" Target="../media/p09-img.item.2.jpg"/><Relationship Id="rId8-created" Type="http://schemas.openxmlformats.org/officeDocument/2006/relationships/image" Target="../media/p09-img.item.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0-img.right.jpg"/><Relationship Id="rId6-created" Type="http://schemas.openxmlformats.org/officeDocument/2006/relationships/image" Target="../media/p10-img.left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11-img.item.1.jpg"/><Relationship Id="rId8-created" Type="http://schemas.openxmlformats.org/officeDocument/2006/relationships/image" Target="../media/p11-img.item.2.jpg"/><Relationship Id="rId9-created" Type="http://schemas.openxmlformats.org/officeDocument/2006/relationships/image" Target="../media/p11-img.item.3.jpg"/><Relationship Id="rId10-created" Type="http://schemas.openxmlformats.org/officeDocument/2006/relationships/image" Target="../media/p11-img.item.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2-img.side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3-img.hero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4-img.side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5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稼働率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62%から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80%へ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不良率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3.8%から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1.5%へ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納期遅れ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月2件へ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現場の仕事を、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データで回す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部品加工工場のデジタル化計画のご紹介です。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頼っている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Goals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いまの62%から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引き上げる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投資額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4,800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万円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うち1,600万円は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補助金を活用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件/月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いまは月14件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いずれも3年後の目標の値です。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3つの課題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どの条件で作ったかを追えない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材料が必要な量の2倍近くある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Point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熟練者に頼らない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工場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仕組みを入れることが目的ではありません。現場の知恵を書き出して、みんなのものにします。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長い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どの条件で作ったかを追えない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材料が必要な量の2倍近くある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1年目：指示書を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デジタル化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3年目：日程づくりを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仕組みに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受注から出荷まで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紙で回っている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受注は電話とファクスで受け、営業担当が紙の指示書を作っています。指示書は工場に回り、班長が手書きで日程を組みます。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Steps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日程づくりの流れ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決め方を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書き出す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仕組みが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案を作る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人が確認して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決める</a:t>
            </a:r>
            <a:endParaRPr lang="ja-JP" altLang="en-US" sz="1500" b="1" dirty="0"/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結果を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見直す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人への投資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段取り替えを平均45分から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20分へ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残業を1人あたり月20時間から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10時間へ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熟練者が若手に教える時間を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毎週2時間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確保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全員でつくる工場の計画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小さく始めて、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一歩ずつ進めます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Green Pink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1E8C4E"/>
      </a:accent1>
      <a:accent2>
        <a:srgbClr val="E5508A"/>
      </a:accent2>
      <a:accent3>
        <a:srgbClr val="A6D9B9"/>
      </a:accent3>
      <a:accent4>
        <a:srgbClr val="0F5A30"/>
      </a:accent4>
      <a:accent5>
        <a:srgbClr val="F9D7E4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