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cover</a:t>
            </a:r>
          </a:p>
          <a:p>
            <a:r>
              <a:t>role: [cover]</a:t>
            </a:r>
          </a:p>
          <a:p>
            <a:r>
              <a:t>label: 表紙（写真＋要点3つ）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issues</a:t>
            </a:r>
          </a:p>
          <a:p>
            <a:r>
              <a:t>variant: "2"</a:t>
            </a:r>
          </a:p>
          <a:p>
            <a:r>
              <a:t>role: [problem]</a:t>
            </a:r>
          </a:p>
          <a:p>
            <a:r>
              <a:t>label: 課題提示（2項目）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issues</a:t>
            </a:r>
          </a:p>
          <a:p>
            <a:r>
              <a:t>variant: "3"</a:t>
            </a:r>
          </a:p>
          <a:p>
            <a:r>
              <a:t>role: [problem]</a:t>
            </a:r>
          </a:p>
          <a:p>
            <a:r>
              <a:t>label: 課題提示（3項目）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issues</a:t>
            </a:r>
          </a:p>
          <a:p>
            <a:r>
              <a:t>variant: "4"</a:t>
            </a:r>
          </a:p>
          <a:p>
            <a:r>
              <a:t>role: [problem]</a:t>
            </a:r>
          </a:p>
          <a:p>
            <a:r>
              <a:t>label: 課題提示（4項目）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numbers</a:t>
            </a:r>
          </a:p>
          <a:p>
            <a:r>
              <a:t>variant: "3"</a:t>
            </a:r>
          </a:p>
          <a:p>
            <a:r>
              <a:t>role: [number]</a:t>
            </a:r>
          </a:p>
          <a:p>
            <a:r>
              <a:t>label: 数値訴求（3つの数字）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attention</a:t>
            </a:r>
          </a:p>
          <a:p>
            <a:r>
              <a:t>role: [emphasis]</a:t>
            </a:r>
          </a:p>
          <a:p>
            <a:r>
              <a:t>label: 注意・強調（重要なことを改めて言う）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section</a:t>
            </a:r>
          </a:p>
          <a:p>
            <a:r>
              <a:t>role: [section]</a:t>
            </a:r>
          </a:p>
          <a:p>
            <a:r>
              <a:t>label: 中扉（章の見出し）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steps</a:t>
            </a:r>
          </a:p>
          <a:p>
            <a:r>
              <a:t>variant: "3"</a:t>
            </a:r>
          </a:p>
          <a:p>
            <a:r>
              <a:t>role: [steps]</a:t>
            </a:r>
          </a:p>
          <a:p>
            <a:r>
              <a:t>label: 画像が並ぶ（手順 3つ）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steps</a:t>
            </a:r>
          </a:p>
          <a:p>
            <a:r>
              <a:t>variant: "4"</a:t>
            </a:r>
          </a:p>
          <a:p>
            <a:r>
              <a:t>role: [steps]</a:t>
            </a:r>
          </a:p>
          <a:p>
            <a:r>
              <a:t>label: 画像が並ぶ（手順 4つ）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collage</a:t>
            </a:r>
          </a:p>
          <a:p>
            <a:r>
              <a:t>role: [closing]</a:t>
            </a:r>
          </a:p>
          <a:p>
            <a:r>
              <a:t>label: 写真コラージュ（結び・表紙の別案）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toc</a:t>
            </a:r>
          </a:p>
          <a:p>
            <a:r>
              <a:t>variant: "3"</a:t>
            </a:r>
          </a:p>
          <a:p>
            <a:r>
              <a:t>role: [toc]</a:t>
            </a:r>
          </a:p>
          <a:p>
            <a:r>
              <a:t>label: 目次（3項目）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toc</a:t>
            </a:r>
          </a:p>
          <a:p>
            <a:r>
              <a:t>variant: "4"</a:t>
            </a:r>
          </a:p>
          <a:p>
            <a:r>
              <a:t>role: [toc]</a:t>
            </a:r>
          </a:p>
          <a:p>
            <a:r>
              <a:t>label: 目次（4項目）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toc</a:t>
            </a:r>
          </a:p>
          <a:p>
            <a:r>
              <a:t>variant: "5"</a:t>
            </a:r>
          </a:p>
          <a:p>
            <a:r>
              <a:t>role: [toc]</a:t>
            </a:r>
          </a:p>
          <a:p>
            <a:r>
              <a:t>label: 目次（5項目）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photo-text</a:t>
            </a:r>
          </a:p>
          <a:p>
            <a:r>
              <a:t>variant: "a"</a:t>
            </a:r>
          </a:p>
          <a:p>
            <a:r>
              <a:t>role: [photo-text]</a:t>
            </a:r>
          </a:p>
          <a:p>
            <a:r>
              <a:t>label: 写真＋本文A（見出しと説明文）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photo-text</a:t>
            </a:r>
          </a:p>
          <a:p>
            <a:r>
              <a:t>variant: "b"</a:t>
            </a:r>
          </a:p>
          <a:p>
            <a:r>
              <a:t>role: [photo-text]</a:t>
            </a:r>
          </a:p>
          <a:p>
            <a:r>
              <a:t>label: 写真＋本文B（見出しと要点3つ）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quote</a:t>
            </a:r>
          </a:p>
          <a:p>
            <a:r>
              <a:t>role: [emphasis]</a:t>
            </a:r>
          </a:p>
          <a:p>
            <a:r>
              <a:t>label: 引用（お客様の声）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表紙の写真"/>
          <p:cNvPicPr>
            <a:picLocks noChangeAspect="1"/>
          </p:cNvPicPr>
          <p:nvPr/>
        </p:nvPicPr>
        <p:blipFill>
          <a:blip r:embed="rId2"/>
          <a:srcRect t="352" b="352"/>
          <a:stretch>
            <a:fillRect/>
          </a:stretch>
        </p:blipFill>
        <p:spPr>
          <a:xfrm>
            <a:off x="0" y="0"/>
            <a:ext cx="10350500" cy="6851650"/>
          </a:xfrm>
          <a:custGeom>
            <a:avLst/>
            <a:gdLst/>
            <a:ahLst/>
            <a:cxnLst/>
            <a:rect l="l" t="t" r="r" b="b"/>
            <a:pathLst>
              <a:path w="10350500" h="6851650">
                <a:moveTo>
                  <a:pt x="4737100" y="0"/>
                </a:moveTo>
                <a:lnTo>
                  <a:pt x="10350500" y="0"/>
                </a:lnTo>
                <a:lnTo>
                  <a:pt x="3498850" y="6851650"/>
                </a:lnTo>
                <a:lnTo>
                  <a:pt x="0" y="6851650"/>
                </a:lnTo>
                <a:lnTo>
                  <a:pt x="0" y="4737100"/>
                </a:lnTo>
                <a:close/>
              </a:path>
            </a:pathLst>
          </a:custGeom>
        </p:spPr>
      </p:pic>
      <p:sp>
        <p:nvSpPr>
          <p:cNvPr id="3" name="deco.headline-band"/>
          <p:cNvSpPr/>
          <p:nvPr/>
        </p:nvSpPr>
        <p:spPr>
          <a:xfrm>
            <a:off x="-107950" y="1631950"/>
            <a:ext cx="6623050" cy="1073150"/>
          </a:xfrm>
          <a:custGeom>
            <a:avLst/>
            <a:gdLst/>
            <a:ahLst/>
            <a:cxnLst/>
            <a:rect l="l" t="t" r="r" b="b"/>
            <a:pathLst>
              <a:path w="6623050" h="1073150">
                <a:moveTo>
                  <a:pt x="0" y="0"/>
                </a:moveTo>
                <a:lnTo>
                  <a:pt x="6623050" y="0"/>
                </a:lnTo>
                <a:lnTo>
                  <a:pt x="5549900" y="1073150"/>
                </a:lnTo>
                <a:lnTo>
                  <a:pt x="0" y="107315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</p:sp>
      <p:sp>
        <p:nvSpPr>
          <p:cNvPr id="4" name="deco.subtitle-plate"/>
          <p:cNvSpPr/>
          <p:nvPr/>
        </p:nvSpPr>
        <p:spPr>
          <a:xfrm>
            <a:off x="5568950" y="1638300"/>
            <a:ext cx="5505450" cy="1066800"/>
          </a:xfrm>
          <a:custGeom>
            <a:avLst/>
            <a:gdLst/>
            <a:ahLst/>
            <a:cxnLst/>
            <a:rect l="l" t="t" r="r" b="b"/>
            <a:pathLst>
              <a:path w="5505450" h="1066800">
                <a:moveTo>
                  <a:pt x="0" y="1066800"/>
                </a:moveTo>
                <a:lnTo>
                  <a:pt x="1073150" y="0"/>
                </a:lnTo>
                <a:lnTo>
                  <a:pt x="5505450" y="0"/>
                </a:lnTo>
                <a:lnTo>
                  <a:pt x="550545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" name="deco.line-1"/>
          <p:cNvSpPr/>
          <p:nvPr/>
        </p:nvSpPr>
        <p:spPr>
          <a:xfrm>
            <a:off x="2470150" y="527050"/>
            <a:ext cx="1612900" cy="1479550"/>
          </a:xfrm>
          <a:custGeom>
            <a:avLst/>
            <a:gdLst/>
            <a:ahLst/>
            <a:cxnLst/>
            <a:rect l="l" t="t" r="r" b="b"/>
            <a:pathLst>
              <a:path w="1612900" h="1479550">
                <a:moveTo>
                  <a:pt x="0" y="1479550"/>
                </a:moveTo>
                <a:lnTo>
                  <a:pt x="133350" y="1479550"/>
                </a:lnTo>
                <a:lnTo>
                  <a:pt x="1612900" y="0"/>
                </a:lnTo>
                <a:lnTo>
                  <a:pt x="1479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deco.line-2"/>
          <p:cNvSpPr/>
          <p:nvPr/>
        </p:nvSpPr>
        <p:spPr>
          <a:xfrm>
            <a:off x="6610350" y="3175000"/>
            <a:ext cx="965200" cy="831850"/>
          </a:xfrm>
          <a:custGeom>
            <a:avLst/>
            <a:gdLst/>
            <a:ahLst/>
            <a:cxnLst/>
            <a:rect l="l" t="t" r="r" b="b"/>
            <a:pathLst>
              <a:path w="965200" h="831850">
                <a:moveTo>
                  <a:pt x="0" y="831850"/>
                </a:moveTo>
                <a:lnTo>
                  <a:pt x="133350" y="831850"/>
                </a:lnTo>
                <a:lnTo>
                  <a:pt x="965200" y="0"/>
                </a:lnTo>
                <a:lnTo>
                  <a:pt x="8318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deco.point-box-1"/>
          <p:cNvSpPr/>
          <p:nvPr/>
        </p:nvSpPr>
        <p:spPr>
          <a:xfrm>
            <a:off x="563880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txt.point.1.lead"/>
          <p:cNvSpPr txBox="1"/>
          <p:nvPr/>
        </p:nvSpPr>
        <p:spPr>
          <a:xfrm>
            <a:off x="576580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ダミー小見出し</a:t>
            </a:r>
          </a:p>
        </p:txBody>
      </p:sp>
      <p:sp>
        <p:nvSpPr>
          <p:cNvPr id="9" name="txt.point.1.main"/>
          <p:cNvSpPr txBox="1"/>
          <p:nvPr/>
        </p:nvSpPr>
        <p:spPr>
          <a:xfrm>
            <a:off x="576580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ダミー要点</a:t>
            </a:r>
          </a:p>
        </p:txBody>
      </p:sp>
      <p:sp>
        <p:nvSpPr>
          <p:cNvPr id="10" name="deco.point-box-2"/>
          <p:cNvSpPr/>
          <p:nvPr/>
        </p:nvSpPr>
        <p:spPr>
          <a:xfrm>
            <a:off x="77025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point.2.lead"/>
          <p:cNvSpPr txBox="1"/>
          <p:nvPr/>
        </p:nvSpPr>
        <p:spPr>
          <a:xfrm>
            <a:off x="78295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ダミー小見出し</a:t>
            </a:r>
          </a:p>
        </p:txBody>
      </p:sp>
      <p:sp>
        <p:nvSpPr>
          <p:cNvPr id="12" name="txt.point.2.main"/>
          <p:cNvSpPr txBox="1"/>
          <p:nvPr/>
        </p:nvSpPr>
        <p:spPr>
          <a:xfrm>
            <a:off x="78295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ダミー要点</a:t>
            </a:r>
          </a:p>
        </p:txBody>
      </p:sp>
      <p:sp>
        <p:nvSpPr>
          <p:cNvPr id="13" name="deco.point-box-3"/>
          <p:cNvSpPr/>
          <p:nvPr/>
        </p:nvSpPr>
        <p:spPr>
          <a:xfrm>
            <a:off x="97599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4" name="txt.point.3.lead"/>
          <p:cNvSpPr txBox="1"/>
          <p:nvPr/>
        </p:nvSpPr>
        <p:spPr>
          <a:xfrm>
            <a:off x="98869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ダミー小見出し</a:t>
            </a:r>
          </a:p>
        </p:txBody>
      </p:sp>
      <p:sp>
        <p:nvSpPr>
          <p:cNvPr id="15" name="txt.point.3.main"/>
          <p:cNvSpPr txBox="1"/>
          <p:nvPr/>
        </p:nvSpPr>
        <p:spPr>
          <a:xfrm>
            <a:off x="98869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ダミー要点</a:t>
            </a:r>
          </a:p>
        </p:txBody>
      </p:sp>
      <p:sp>
        <p:nvSpPr>
          <p:cNvPr id="16" name="txt.headline"/>
          <p:cNvSpPr txBox="1"/>
          <p:nvPr/>
        </p:nvSpPr>
        <p:spPr>
          <a:xfrm>
            <a:off x="1212850" y="1663700"/>
            <a:ext cx="4381500" cy="101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bg1"/>
                </a:solidFill>
                <a:latin typeface="Noto Serif JP"/>
                <a:ea typeface="Noto Serif JP"/>
              </a:rPr>
              <a:t>ダミー大見出し</a:t>
            </a:r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bg1"/>
                </a:solidFill>
                <a:latin typeface="Noto Serif JP"/>
                <a:ea typeface="Noto Serif JP"/>
              </a:rPr>
              <a:t>ダミー大見出し</a:t>
            </a:r>
          </a:p>
        </p:txBody>
      </p:sp>
      <p:sp>
        <p:nvSpPr>
          <p:cNvPr id="17" name="txt.subtitle"/>
          <p:cNvSpPr txBox="1"/>
          <p:nvPr/>
        </p:nvSpPr>
        <p:spPr>
          <a:xfrm>
            <a:off x="6673850" y="1905000"/>
            <a:ext cx="5486400" cy="660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ダミー副題</a:t>
            </a:r>
          </a:p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ダミー副題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Dummy Label</a:t>
            </a:r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2032000" y="33782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3175000" y="31877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0" name="deco.item-1-rule"/>
          <p:cNvSpPr/>
          <p:nvPr/>
        </p:nvSpPr>
        <p:spPr>
          <a:xfrm>
            <a:off x="3175000" y="40005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3175000" y="41148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7035800" y="33782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8178800" y="31877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4" name="deco.item-2-rule"/>
          <p:cNvSpPr/>
          <p:nvPr/>
        </p:nvSpPr>
        <p:spPr>
          <a:xfrm>
            <a:off x="8178800" y="40005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8178800" y="41148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Dummy Label</a:t>
            </a:r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3810000" y="20320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4953000" y="1841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0" name="deco.item-1-rule"/>
          <p:cNvSpPr/>
          <p:nvPr/>
        </p:nvSpPr>
        <p:spPr>
          <a:xfrm>
            <a:off x="4953000" y="2654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4953000" y="2768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3810000" y="33655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4953000" y="31750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4" name="deco.item-2-rule"/>
          <p:cNvSpPr/>
          <p:nvPr/>
        </p:nvSpPr>
        <p:spPr>
          <a:xfrm>
            <a:off x="4953000" y="39878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4953000" y="41021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3810000" y="4699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4953000" y="4508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8" name="deco.item-3-rule"/>
          <p:cNvSpPr/>
          <p:nvPr/>
        </p:nvSpPr>
        <p:spPr>
          <a:xfrm>
            <a:off x="4953000" y="5321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4953000" y="5435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Dummy Label</a:t>
            </a:r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2032000" y="24511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31750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0" name="deco.item-1-rule"/>
          <p:cNvSpPr/>
          <p:nvPr/>
        </p:nvSpPr>
        <p:spPr>
          <a:xfrm>
            <a:off x="31750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31750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7035800" y="24511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81788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4" name="deco.item-2-rule"/>
          <p:cNvSpPr/>
          <p:nvPr/>
        </p:nvSpPr>
        <p:spPr>
          <a:xfrm>
            <a:off x="81788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81788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2032000" y="4318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31750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8" name="deco.item-3-rule"/>
          <p:cNvSpPr/>
          <p:nvPr/>
        </p:nvSpPr>
        <p:spPr>
          <a:xfrm>
            <a:off x="31750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31750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20" name="img.item.4" descr="課題4の写真"/>
          <p:cNvPicPr>
            <a:picLocks noChangeAspect="1"/>
          </p:cNvPicPr>
          <p:nvPr/>
        </p:nvPicPr>
        <p:blipFill>
          <a:blip r:embed="rId5"/>
          <a:srcRect t="0" b="0"/>
          <a:stretch>
            <a:fillRect/>
          </a:stretch>
        </p:blipFill>
        <p:spPr>
          <a:xfrm>
            <a:off x="7035800" y="4318000"/>
            <a:ext cx="990600" cy="990600"/>
          </a:xfrm>
          <a:prstGeom prst="rect">
            <a:avLst/>
          </a:prstGeom>
        </p:spPr>
      </p:pic>
      <p:sp>
        <p:nvSpPr>
          <p:cNvPr id="21" name="txt.item.4.title"/>
          <p:cNvSpPr txBox="1"/>
          <p:nvPr/>
        </p:nvSpPr>
        <p:spPr>
          <a:xfrm>
            <a:off x="81788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22" name="deco.item-4-rule"/>
          <p:cNvSpPr/>
          <p:nvPr/>
        </p:nvSpPr>
        <p:spPr>
          <a:xfrm>
            <a:off x="81788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3" name="txt.item.4.body"/>
          <p:cNvSpPr txBox="1"/>
          <p:nvPr/>
        </p:nvSpPr>
        <p:spPr>
          <a:xfrm>
            <a:off x="81788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2"/>
          <a:srcRect l="35246" r="35246"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Dummy</a:t>
            </a:r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Label</a:t>
            </a:r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ダミー</a:t>
            </a:r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 dirty="0">
                <a:solidFill>
                  <a:schemeClr val="tx1"/>
                </a:solidFill>
                <a:latin typeface="Barlow"/>
                <a:ea typeface="Noto Sans JP"/>
              </a:rPr>
              <a:t>00</a:t>
            </a:r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単位</a:t>
            </a:r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ダミー</a:t>
            </a:r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 dirty="0">
                <a:solidFill>
                  <a:schemeClr val="tx1"/>
                </a:solidFill>
                <a:latin typeface="Barlow"/>
                <a:ea typeface="Noto Sans JP"/>
              </a:rPr>
              <a:t>00</a:t>
            </a:r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単位</a:t>
            </a:r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ダミー</a:t>
            </a:r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 dirty="0">
                <a:solidFill>
                  <a:schemeClr val="tx1"/>
                </a:solidFill>
                <a:latin typeface="Barlow"/>
                <a:ea typeface="Noto Sans JP"/>
              </a:rPr>
              <a:t>00</a:t>
            </a:r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単位</a:t>
            </a:r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 dirty="0">
                <a:solidFill>
                  <a:schemeClr val="tx1"/>
                </a:solidFill>
                <a:latin typeface="Barlow"/>
                <a:ea typeface="Noto Sans JP"/>
              </a:rPr>
              <a:t>ダミー注記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注意のページの写真"/>
          <p:cNvPicPr>
            <a:picLocks noChangeAspect="1"/>
          </p:cNvPicPr>
          <p:nvPr/>
        </p:nvPicPr>
        <p:blipFill>
          <a:blip r:embed="rId2"/>
          <a:srcRect l="9506" r="9506"/>
          <a:stretch>
            <a:fillRect/>
          </a:stretch>
        </p:blipFill>
        <p:spPr>
          <a:xfrm>
            <a:off x="0" y="0"/>
            <a:ext cx="8331200" cy="6858000"/>
          </a:xfrm>
          <a:custGeom>
            <a:avLst/>
            <a:gdLst/>
            <a:ahLst/>
            <a:cxnLst/>
            <a:rect l="l" t="t" r="r" b="b"/>
            <a:pathLst>
              <a:path w="8331200" h="6858000">
                <a:moveTo>
                  <a:pt x="5308600" y="0"/>
                </a:moveTo>
                <a:lnTo>
                  <a:pt x="8331200" y="0"/>
                </a:lnTo>
                <a:lnTo>
                  <a:pt x="1473200" y="6858000"/>
                </a:lnTo>
                <a:lnTo>
                  <a:pt x="0" y="6858000"/>
                </a:lnTo>
                <a:lnTo>
                  <a:pt x="0" y="5302250"/>
                </a:lnTo>
                <a:close/>
              </a:path>
            </a:pathLst>
          </a:custGeom>
        </p:spPr>
      </p:pic>
      <p:sp>
        <p:nvSpPr>
          <p:cNvPr id="3" name="deco.line-yellow"/>
          <p:cNvSpPr/>
          <p:nvPr/>
        </p:nvSpPr>
        <p:spPr>
          <a:xfrm>
            <a:off x="1606550" y="2082800"/>
            <a:ext cx="1418590" cy="1263650"/>
          </a:xfrm>
          <a:custGeom>
            <a:avLst/>
            <a:gdLst/>
            <a:ahLst/>
            <a:cxnLst/>
            <a:rect l="l" t="t" r="r" b="b"/>
            <a:pathLst>
              <a:path w="1418590" h="1263650">
                <a:moveTo>
                  <a:pt x="0" y="1263650"/>
                </a:moveTo>
                <a:lnTo>
                  <a:pt x="1263650" y="0"/>
                </a:lnTo>
                <a:lnTo>
                  <a:pt x="1418590" y="0"/>
                </a:lnTo>
                <a:lnTo>
                  <a:pt x="154940" y="12636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2117090" y="4464050"/>
            <a:ext cx="2327910" cy="2073910"/>
          </a:xfrm>
          <a:custGeom>
            <a:avLst/>
            <a:gdLst/>
            <a:ahLst/>
            <a:cxnLst/>
            <a:rect l="l" t="t" r="r" b="b"/>
            <a:pathLst>
              <a:path w="2327910" h="2073910">
                <a:moveTo>
                  <a:pt x="0" y="2073910"/>
                </a:moveTo>
                <a:lnTo>
                  <a:pt x="2073910" y="0"/>
                </a:lnTo>
                <a:lnTo>
                  <a:pt x="2327910" y="0"/>
                </a:lnTo>
                <a:lnTo>
                  <a:pt x="254000" y="20739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band"/>
          <p:cNvSpPr/>
          <p:nvPr/>
        </p:nvSpPr>
        <p:spPr>
          <a:xfrm>
            <a:off x="3686810" y="2209800"/>
            <a:ext cx="8680450" cy="1070610"/>
          </a:xfrm>
          <a:custGeom>
            <a:avLst/>
            <a:gdLst/>
            <a:ahLst/>
            <a:cxnLst/>
            <a:rect l="l" t="t" r="r" b="b"/>
            <a:pathLst>
              <a:path w="8680450" h="1070610">
                <a:moveTo>
                  <a:pt x="0" y="1070610"/>
                </a:moveTo>
                <a:lnTo>
                  <a:pt x="1070610" y="0"/>
                </a:lnTo>
                <a:lnTo>
                  <a:pt x="8680450" y="0"/>
                </a:lnTo>
                <a:lnTo>
                  <a:pt x="8680450" y="10706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tx1"/>
                </a:solidFill>
                <a:latin typeface="Barlow"/>
                <a:ea typeface="Noto Sans JP"/>
              </a:rPr>
              <a:t>Dummy Label</a:t>
            </a:r>
          </a:p>
        </p:txBody>
      </p:sp>
      <p:sp>
        <p:nvSpPr>
          <p:cNvPr id="8" name="txt.headline"/>
          <p:cNvSpPr txBox="1"/>
          <p:nvPr/>
        </p:nvSpPr>
        <p:spPr>
          <a:xfrm>
            <a:off x="4978400" y="2362200"/>
            <a:ext cx="7112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sp>
        <p:nvSpPr>
          <p:cNvPr id="9" name="txt.body"/>
          <p:cNvSpPr txBox="1"/>
          <p:nvPr/>
        </p:nvSpPr>
        <p:spPr>
          <a:xfrm>
            <a:off x="5232400" y="3810000"/>
            <a:ext cx="6350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6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ダミー説明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 dirty="0">
                <a:solidFill>
                  <a:schemeClr val="bg1"/>
                </a:solidFill>
                <a:latin typeface="Barlow"/>
                <a:ea typeface="Noto Sans JP"/>
              </a:rPr>
              <a:t>ダミー中扉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 Medium"/>
              </a:rPr>
              <a:t>Dummy Label</a:t>
            </a:r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2049780" y="1905000"/>
            <a:ext cx="2540000" cy="254000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5396230" y="1905000"/>
            <a:ext cx="2540000" cy="254000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539623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539623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8742680" y="1905000"/>
            <a:ext cx="2540000" cy="254000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87426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87426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 Medium"/>
              </a:rPr>
              <a:t>Dummy Label</a:t>
            </a:r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2049780" y="2137410"/>
            <a:ext cx="2077720" cy="207772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4434840" y="2137410"/>
            <a:ext cx="2077720" cy="207772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443484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443484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6819900" y="2137410"/>
            <a:ext cx="2077720" cy="207772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681990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681990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5" name="img.item.4" descr="手順4の写真"/>
          <p:cNvPicPr>
            <a:picLocks noChangeAspect="1"/>
          </p:cNvPicPr>
          <p:nvPr/>
        </p:nvPicPr>
        <p:blipFill>
          <a:blip r:embed="rId5"/>
          <a:srcRect t="0" b="0"/>
          <a:stretch>
            <a:fillRect/>
          </a:stretch>
        </p:blipFill>
        <p:spPr>
          <a:xfrm>
            <a:off x="9204960" y="2137410"/>
            <a:ext cx="2077720" cy="2077720"/>
          </a:xfrm>
          <a:prstGeom prst="rect">
            <a:avLst/>
          </a:prstGeom>
        </p:spPr>
      </p:pic>
      <p:sp>
        <p:nvSpPr>
          <p:cNvPr id="16" name="deco.item-4-rule"/>
          <p:cNvSpPr/>
          <p:nvPr/>
        </p:nvSpPr>
        <p:spPr>
          <a:xfrm>
            <a:off x="920496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" name="txt.item.4.caption"/>
          <p:cNvSpPr txBox="1"/>
          <p:nvPr/>
        </p:nvSpPr>
        <p:spPr>
          <a:xfrm>
            <a:off x="920496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band"/>
          <p:cNvSpPr/>
          <p:nvPr/>
        </p:nvSpPr>
        <p:spPr>
          <a:xfrm>
            <a:off x="6941820" y="0"/>
            <a:ext cx="5250180" cy="4279900"/>
          </a:xfrm>
          <a:custGeom>
            <a:avLst/>
            <a:gdLst/>
            <a:ahLst/>
            <a:cxnLst/>
            <a:rect l="l" t="t" r="r" b="b"/>
            <a:pathLst>
              <a:path w="5250180" h="4279900">
                <a:moveTo>
                  <a:pt x="0" y="2753360"/>
                </a:moveTo>
                <a:lnTo>
                  <a:pt x="2753360" y="0"/>
                </a:lnTo>
                <a:lnTo>
                  <a:pt x="5250180" y="0"/>
                </a:lnTo>
                <a:lnTo>
                  <a:pt x="5250180" y="556260"/>
                </a:lnTo>
                <a:lnTo>
                  <a:pt x="1526540" y="42799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9098280" y="3736340"/>
            <a:ext cx="3216910" cy="3216910"/>
          </a:xfrm>
          <a:custGeom>
            <a:avLst/>
            <a:gdLst/>
            <a:ahLst/>
            <a:cxnLst/>
            <a:rect l="l" t="t" r="r" b="b"/>
            <a:pathLst>
              <a:path w="3216910" h="3216910">
                <a:moveTo>
                  <a:pt x="0" y="3216910"/>
                </a:moveTo>
                <a:lnTo>
                  <a:pt x="3216910" y="0"/>
                </a:lnTo>
                <a:lnTo>
                  <a:pt x="3216910" y="32169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8031480" y="5894070"/>
            <a:ext cx="1189990" cy="963930"/>
          </a:xfrm>
          <a:custGeom>
            <a:avLst/>
            <a:gdLst/>
            <a:ahLst/>
            <a:cxnLst/>
            <a:rect l="l" t="t" r="r" b="b"/>
            <a:pathLst>
              <a:path w="1189990" h="963930">
                <a:moveTo>
                  <a:pt x="0" y="963930"/>
                </a:moveTo>
                <a:lnTo>
                  <a:pt x="963930" y="0"/>
                </a:lnTo>
                <a:lnTo>
                  <a:pt x="1189990" y="0"/>
                </a:lnTo>
                <a:lnTo>
                  <a:pt x="226060" y="9639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-yellow"/>
          <p:cNvSpPr/>
          <p:nvPr/>
        </p:nvSpPr>
        <p:spPr>
          <a:xfrm>
            <a:off x="7326630" y="381000"/>
            <a:ext cx="1574800" cy="1348740"/>
          </a:xfrm>
          <a:custGeom>
            <a:avLst/>
            <a:gdLst/>
            <a:ahLst/>
            <a:cxnLst/>
            <a:rect l="l" t="t" r="r" b="b"/>
            <a:pathLst>
              <a:path w="1574800" h="1348740">
                <a:moveTo>
                  <a:pt x="0" y="1348740"/>
                </a:moveTo>
                <a:lnTo>
                  <a:pt x="1348740" y="0"/>
                </a:lnTo>
                <a:lnTo>
                  <a:pt x="1574800" y="0"/>
                </a:lnTo>
                <a:lnTo>
                  <a:pt x="226060" y="134874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pic>
        <p:nvPicPr>
          <p:cNvPr id="6" name="img.hero" descr="菱形のコラージュ"/>
          <p:cNvPicPr>
            <a:picLocks noChangeAspect="1"/>
          </p:cNvPicPr>
          <p:nvPr/>
        </p:nvPicPr>
        <p:blipFill>
          <a:blip r:embed="rId2"/>
          <a:srcRect l="4098" r="4098"/>
          <a:stretch>
            <a:fillRect/>
          </a:stretch>
        </p:blipFill>
        <p:spPr>
          <a:xfrm>
            <a:off x="1069340" y="1102360"/>
            <a:ext cx="7360920" cy="5345430"/>
          </a:xfrm>
          <a:custGeom>
            <a:avLst/>
            <a:gdLst/>
            <a:ahLst/>
            <a:cxnLst/>
            <a:rect l="l" t="t" r="r" b="b"/>
            <a:pathLst>
              <a:path w="7360920" h="5345430">
                <a:moveTo>
                  <a:pt x="2146300" y="1047750"/>
                </a:moveTo>
                <a:lnTo>
                  <a:pt x="3192780" y="0"/>
                </a:lnTo>
                <a:lnTo>
                  <a:pt x="4240530" y="1047750"/>
                </a:lnTo>
                <a:lnTo>
                  <a:pt x="3192780" y="2095500"/>
                </a:lnTo>
                <a:close/>
              </a:path>
              <a:path w="7360920" h="5345430">
                <a:moveTo>
                  <a:pt x="4307840" y="1049020"/>
                </a:moveTo>
                <a:lnTo>
                  <a:pt x="5355590" y="2540"/>
                </a:lnTo>
                <a:lnTo>
                  <a:pt x="6403340" y="1049020"/>
                </a:lnTo>
                <a:lnTo>
                  <a:pt x="5355590" y="2096770"/>
                </a:lnTo>
                <a:close/>
              </a:path>
              <a:path w="7360920" h="5345430">
                <a:moveTo>
                  <a:pt x="3228340" y="2129790"/>
                </a:moveTo>
                <a:lnTo>
                  <a:pt x="4274820" y="1082040"/>
                </a:lnTo>
                <a:lnTo>
                  <a:pt x="5322570" y="2129790"/>
                </a:lnTo>
                <a:lnTo>
                  <a:pt x="4274820" y="3177540"/>
                </a:lnTo>
                <a:close/>
              </a:path>
              <a:path w="7360920" h="5345430">
                <a:moveTo>
                  <a:pt x="0" y="3209290"/>
                </a:moveTo>
                <a:lnTo>
                  <a:pt x="2113280" y="1096010"/>
                </a:lnTo>
                <a:lnTo>
                  <a:pt x="4226560" y="3209290"/>
                </a:lnTo>
                <a:lnTo>
                  <a:pt x="2113280" y="5323840"/>
                </a:lnTo>
                <a:close/>
              </a:path>
              <a:path w="7360920" h="5345430">
                <a:moveTo>
                  <a:pt x="4307840" y="3209290"/>
                </a:moveTo>
                <a:lnTo>
                  <a:pt x="5834380" y="1682750"/>
                </a:lnTo>
                <a:lnTo>
                  <a:pt x="7360920" y="3209290"/>
                </a:lnTo>
                <a:lnTo>
                  <a:pt x="5834380" y="4737100"/>
                </a:lnTo>
                <a:close/>
              </a:path>
              <a:path w="7360920" h="5345430">
                <a:moveTo>
                  <a:pt x="3219450" y="4297680"/>
                </a:moveTo>
                <a:lnTo>
                  <a:pt x="4267200" y="3249930"/>
                </a:lnTo>
                <a:lnTo>
                  <a:pt x="5314950" y="4297680"/>
                </a:lnTo>
                <a:lnTo>
                  <a:pt x="4267200" y="5345430"/>
                </a:lnTo>
                <a:close/>
              </a:path>
            </a:pathLst>
          </a:custGeom>
        </p:spPr>
      </p:pic>
      <p:sp>
        <p:nvSpPr>
          <p:cNvPr id="7" name="txt.headline"/>
          <p:cNvSpPr txBox="1"/>
          <p:nvPr/>
        </p:nvSpPr>
        <p:spPr>
          <a:xfrm>
            <a:off x="609600" y="279400"/>
            <a:ext cx="6604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sp>
        <p:nvSpPr>
          <p:cNvPr id="8" name="txt.subtitle"/>
          <p:cNvSpPr txBox="1"/>
          <p:nvPr/>
        </p:nvSpPr>
        <p:spPr>
          <a:xfrm>
            <a:off x="635000" y="1168400"/>
            <a:ext cx="24892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ダミー副題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2"/>
          <a:srcRect t="11230" b="11230"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Dummy Label</a:t>
            </a:r>
          </a:p>
        </p:txBody>
      </p:sp>
      <p:sp>
        <p:nvSpPr>
          <p:cNvPr id="7" name="deco.toc-no-1"/>
          <p:cNvSpPr txBox="1"/>
          <p:nvPr/>
        </p:nvSpPr>
        <p:spPr>
          <a:xfrm>
            <a:off x="2921000" y="2946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34290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9464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0" name="deco.toc-no-2"/>
          <p:cNvSpPr txBox="1"/>
          <p:nvPr/>
        </p:nvSpPr>
        <p:spPr>
          <a:xfrm>
            <a:off x="2413000" y="37338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42164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37338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3" name="deco.toc-no-3"/>
          <p:cNvSpPr txBox="1"/>
          <p:nvPr/>
        </p:nvSpPr>
        <p:spPr>
          <a:xfrm>
            <a:off x="1905000" y="45212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50038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45212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2"/>
          <a:srcRect t="11230" b="11230"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Dummy Label</a:t>
            </a:r>
          </a:p>
        </p:txBody>
      </p:sp>
      <p:sp>
        <p:nvSpPr>
          <p:cNvPr id="7" name="deco.toc-no-1"/>
          <p:cNvSpPr txBox="1"/>
          <p:nvPr/>
        </p:nvSpPr>
        <p:spPr>
          <a:xfrm>
            <a:off x="2921000" y="25527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30353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5527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0" name="deco.toc-no-2"/>
          <p:cNvSpPr txBox="1"/>
          <p:nvPr/>
        </p:nvSpPr>
        <p:spPr>
          <a:xfrm>
            <a:off x="2413000" y="33401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38227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33401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3" name="deco.toc-no-3"/>
          <p:cNvSpPr txBox="1"/>
          <p:nvPr/>
        </p:nvSpPr>
        <p:spPr>
          <a:xfrm>
            <a:off x="1905000" y="41275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46101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41275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6" name="deco.toc-no-4"/>
          <p:cNvSpPr txBox="1"/>
          <p:nvPr/>
        </p:nvSpPr>
        <p:spPr>
          <a:xfrm>
            <a:off x="1397000" y="49149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04</a:t>
            </a:r>
          </a:p>
        </p:txBody>
      </p:sp>
      <p:sp>
        <p:nvSpPr>
          <p:cNvPr id="17" name="deco.toc-rule-4"/>
          <p:cNvSpPr/>
          <p:nvPr/>
        </p:nvSpPr>
        <p:spPr>
          <a:xfrm>
            <a:off x="2159000" y="53975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txt.item.4"/>
          <p:cNvSpPr txBox="1"/>
          <p:nvPr/>
        </p:nvSpPr>
        <p:spPr>
          <a:xfrm>
            <a:off x="2159000" y="49149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2"/>
          <a:srcRect t="11230" b="11230"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Dummy Label</a:t>
            </a:r>
          </a:p>
        </p:txBody>
      </p:sp>
      <p:sp>
        <p:nvSpPr>
          <p:cNvPr id="7" name="deco.toc-no-1"/>
          <p:cNvSpPr txBox="1"/>
          <p:nvPr/>
        </p:nvSpPr>
        <p:spPr>
          <a:xfrm>
            <a:off x="2921000" y="2159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26416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1590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0" name="deco.toc-no-2"/>
          <p:cNvSpPr txBox="1"/>
          <p:nvPr/>
        </p:nvSpPr>
        <p:spPr>
          <a:xfrm>
            <a:off x="2413000" y="2946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34290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29464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3" name="deco.toc-no-3"/>
          <p:cNvSpPr txBox="1"/>
          <p:nvPr/>
        </p:nvSpPr>
        <p:spPr>
          <a:xfrm>
            <a:off x="1905000" y="37338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42164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37338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6" name="deco.toc-no-4"/>
          <p:cNvSpPr txBox="1"/>
          <p:nvPr/>
        </p:nvSpPr>
        <p:spPr>
          <a:xfrm>
            <a:off x="1397000" y="45212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04</a:t>
            </a:r>
          </a:p>
        </p:txBody>
      </p:sp>
      <p:sp>
        <p:nvSpPr>
          <p:cNvPr id="17" name="deco.toc-rule-4"/>
          <p:cNvSpPr/>
          <p:nvPr/>
        </p:nvSpPr>
        <p:spPr>
          <a:xfrm>
            <a:off x="2159000" y="50038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txt.item.4"/>
          <p:cNvSpPr txBox="1"/>
          <p:nvPr/>
        </p:nvSpPr>
        <p:spPr>
          <a:xfrm>
            <a:off x="2159000" y="45212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9" name="deco.toc-no-5"/>
          <p:cNvSpPr txBox="1"/>
          <p:nvPr/>
        </p:nvSpPr>
        <p:spPr>
          <a:xfrm>
            <a:off x="889000" y="53086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05</a:t>
            </a:r>
          </a:p>
        </p:txBody>
      </p:sp>
      <p:sp>
        <p:nvSpPr>
          <p:cNvPr id="20" name="deco.toc-rule-5"/>
          <p:cNvSpPr/>
          <p:nvPr/>
        </p:nvSpPr>
        <p:spPr>
          <a:xfrm>
            <a:off x="1651000" y="57912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item.5"/>
          <p:cNvSpPr txBox="1"/>
          <p:nvPr/>
        </p:nvSpPr>
        <p:spPr>
          <a:xfrm>
            <a:off x="1651000" y="53086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right" descr="右の写真"/>
          <p:cNvPicPr>
            <a:picLocks noChangeAspect="1"/>
          </p:cNvPicPr>
          <p:nvPr/>
        </p:nvPicPr>
        <p:blipFill>
          <a:blip r:embed="rId2"/>
          <a:srcRect l="33796" r="33796"/>
          <a:stretch>
            <a:fillRect/>
          </a:stretch>
        </p:blipFill>
        <p:spPr>
          <a:xfrm>
            <a:off x="2647950" y="0"/>
            <a:ext cx="3333750" cy="6858000"/>
          </a:xfrm>
          <a:prstGeom prst="rect">
            <a:avLst/>
          </a:prstGeom>
        </p:spPr>
      </p:pic>
      <p:pic>
        <p:nvPicPr>
          <p:cNvPr id="3" name="img.left" descr="左の写真"/>
          <p:cNvPicPr>
            <a:picLocks noChangeAspect="1"/>
          </p:cNvPicPr>
          <p:nvPr/>
        </p:nvPicPr>
        <p:blipFill>
          <a:blip r:embed="rId3"/>
          <a:srcRect l="33564" r="33564"/>
          <a:stretch>
            <a:fillRect/>
          </a:stretch>
        </p:blipFill>
        <p:spPr>
          <a:xfrm>
            <a:off x="393700" y="0"/>
            <a:ext cx="2254250" cy="6858000"/>
          </a:xfrm>
          <a:prstGeom prst="rect">
            <a:avLst/>
          </a:prstGeom>
        </p:spPr>
      </p:pic>
      <p:sp>
        <p:nvSpPr>
          <p:cNvPr id="4" name="deco.tri-top"/>
          <p:cNvSpPr/>
          <p:nvPr/>
        </p:nvSpPr>
        <p:spPr>
          <a:xfrm>
            <a:off x="2647950" y="0"/>
            <a:ext cx="3326130" cy="3315970"/>
          </a:xfrm>
          <a:custGeom>
            <a:avLst/>
            <a:gdLst/>
            <a:ahLst/>
            <a:cxnLst/>
            <a:rect l="l" t="t" r="r" b="b"/>
            <a:pathLst>
              <a:path w="3326130" h="3315970">
                <a:moveTo>
                  <a:pt x="0" y="0"/>
                </a:moveTo>
                <a:lnTo>
                  <a:pt x="3326130" y="0"/>
                </a:lnTo>
                <a:lnTo>
                  <a:pt x="0" y="33159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bottom"/>
          <p:cNvSpPr/>
          <p:nvPr/>
        </p:nvSpPr>
        <p:spPr>
          <a:xfrm>
            <a:off x="958850" y="5090160"/>
            <a:ext cx="1689100" cy="1687830"/>
          </a:xfrm>
          <a:custGeom>
            <a:avLst/>
            <a:gdLst/>
            <a:ahLst/>
            <a:cxnLst/>
            <a:rect l="l" t="t" r="r" b="b"/>
            <a:pathLst>
              <a:path w="1689100" h="1687830">
                <a:moveTo>
                  <a:pt x="0" y="1687830"/>
                </a:moveTo>
                <a:lnTo>
                  <a:pt x="1689100" y="0"/>
                </a:lnTo>
                <a:lnTo>
                  <a:pt x="1689100" y="168783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6604000" y="8890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sp>
        <p:nvSpPr>
          <p:cNvPr id="8" name="deco.rule"/>
          <p:cNvSpPr/>
          <p:nvPr/>
        </p:nvSpPr>
        <p:spPr>
          <a:xfrm>
            <a:off x="6604000" y="21082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0" y="0"/>
                </a:moveTo>
                <a:lnTo>
                  <a:pt x="762000" y="0"/>
                </a:lnTo>
                <a:lnTo>
                  <a:pt x="762000" y="50800"/>
                </a:lnTo>
                <a:lnTo>
                  <a:pt x="0" y="50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body"/>
          <p:cNvSpPr txBox="1"/>
          <p:nvPr/>
        </p:nvSpPr>
        <p:spPr>
          <a:xfrm>
            <a:off x="6604000" y="2489200"/>
            <a:ext cx="5080000" cy="2311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500" b="0" dirty="0">
                <a:solidFill>
                  <a:schemeClr val="tx1"/>
                </a:solidFill>
                <a:latin typeface="Barlow"/>
                <a:ea typeface="Noto Sans JP"/>
              </a:rPr>
              <a:t>ダミー本文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左の写真"/>
          <p:cNvPicPr>
            <a:picLocks noChangeAspect="1"/>
          </p:cNvPicPr>
          <p:nvPr/>
        </p:nvPicPr>
        <p:blipFill>
          <a:blip r:embed="rId2"/>
          <a:srcRect l="18765" r="18765"/>
          <a:stretch>
            <a:fillRect/>
          </a:stretch>
        </p:blipFill>
        <p:spPr>
          <a:xfrm>
            <a:off x="0" y="0"/>
            <a:ext cx="6426200" cy="6858000"/>
          </a:xfrm>
          <a:prstGeom prst="rect">
            <a:avLst/>
          </a:prstGeom>
        </p:spPr>
      </p:pic>
      <p:sp>
        <p:nvSpPr>
          <p:cNvPr id="3" name="deco.tri-1"/>
          <p:cNvSpPr/>
          <p:nvPr/>
        </p:nvSpPr>
        <p:spPr>
          <a:xfrm>
            <a:off x="-232410" y="7874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3328670" y="0"/>
                </a:moveTo>
                <a:lnTo>
                  <a:pt x="3328670" y="3328670"/>
                </a:lnTo>
                <a:lnTo>
                  <a:pt x="0" y="33286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tri-2"/>
          <p:cNvSpPr/>
          <p:nvPr/>
        </p:nvSpPr>
        <p:spPr>
          <a:xfrm>
            <a:off x="-232410" y="339217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0" y="332867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3"/>
          <p:cNvSpPr/>
          <p:nvPr/>
        </p:nvSpPr>
        <p:spPr>
          <a:xfrm>
            <a:off x="3102610" y="10668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3328670" y="0"/>
                </a:moveTo>
                <a:lnTo>
                  <a:pt x="3328670" y="3327400"/>
                </a:lnTo>
                <a:lnTo>
                  <a:pt x="0" y="33274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tri-4"/>
          <p:cNvSpPr/>
          <p:nvPr/>
        </p:nvSpPr>
        <p:spPr>
          <a:xfrm>
            <a:off x="3102610" y="342011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0" y="332740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7061200" y="889000"/>
            <a:ext cx="4699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sp>
        <p:nvSpPr>
          <p:cNvPr id="8" name="deco.point-1"/>
          <p:cNvSpPr/>
          <p:nvPr/>
        </p:nvSpPr>
        <p:spPr>
          <a:xfrm>
            <a:off x="7061200" y="2603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7366000" y="25400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ダミー要点</a:t>
            </a:r>
          </a:p>
        </p:txBody>
      </p:sp>
      <p:sp>
        <p:nvSpPr>
          <p:cNvPr id="10" name="deco.point-2"/>
          <p:cNvSpPr/>
          <p:nvPr/>
        </p:nvSpPr>
        <p:spPr>
          <a:xfrm>
            <a:off x="7061200" y="3771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2"/>
          <p:cNvSpPr txBox="1"/>
          <p:nvPr/>
        </p:nvSpPr>
        <p:spPr>
          <a:xfrm>
            <a:off x="7366000" y="37084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ダミー要点</a:t>
            </a:r>
          </a:p>
        </p:txBody>
      </p:sp>
      <p:sp>
        <p:nvSpPr>
          <p:cNvPr id="12" name="deco.point-3"/>
          <p:cNvSpPr/>
          <p:nvPr/>
        </p:nvSpPr>
        <p:spPr>
          <a:xfrm>
            <a:off x="7061200" y="494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3" name="txt.item.3"/>
          <p:cNvSpPr txBox="1"/>
          <p:nvPr/>
        </p:nvSpPr>
        <p:spPr>
          <a:xfrm>
            <a:off x="7366000" y="48768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ダミー要点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平行四辺形 1"/>
          <p:cNvSpPr/>
          <p:nvPr/>
        </p:nvSpPr>
        <p:spPr>
          <a:xfrm>
            <a:off x="5461000" y="4191000"/>
            <a:ext cx="5969000" cy="889000"/>
          </a:xfrm>
          <a:custGeom>
            <a:avLst/>
            <a:gdLst/>
            <a:ahLst/>
            <a:cxnLst/>
            <a:rect l="l" t="t" r="r" b="b"/>
            <a:pathLst>
              <a:path w="5969000" h="889000">
                <a:moveTo>
                  <a:pt x="0" y="889000"/>
                </a:moveTo>
                <a:lnTo>
                  <a:pt x="889000" y="0"/>
                </a:lnTo>
                <a:lnTo>
                  <a:pt x="5969000" y="0"/>
                </a:lnTo>
                <a:lnTo>
                  <a:pt x="5080000" y="889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pic>
        <p:nvPicPr>
          <p:cNvPr id="3" name="img.photo" descr="引用の写真"/>
          <p:cNvPicPr>
            <a:picLocks noChangeAspect="1"/>
          </p:cNvPicPr>
          <p:nvPr/>
        </p:nvPicPr>
        <p:blipFill>
          <a:blip r:embed="rId2"/>
          <a:srcRect l="24074" r="24074"/>
          <a:stretch>
            <a:fillRect/>
          </a:stretch>
        </p:blipFill>
        <p:spPr>
          <a:xfrm>
            <a:off x="0" y="0"/>
            <a:ext cx="5334000" cy="6858000"/>
          </a:xfrm>
          <a:custGeom>
            <a:avLst/>
            <a:gdLst/>
            <a:ahLst/>
            <a:cxnLst/>
            <a:rect l="l" t="t" r="r" b="b"/>
            <a:pathLst>
              <a:path w="5334000" h="6858000">
                <a:moveTo>
                  <a:pt x="0" y="0"/>
                </a:moveTo>
                <a:lnTo>
                  <a:pt x="5334000" y="0"/>
                </a:lnTo>
                <a:lnTo>
                  <a:pt x="3810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txt.headline"/>
          <p:cNvSpPr txBox="1"/>
          <p:nvPr/>
        </p:nvSpPr>
        <p:spPr>
          <a:xfrm>
            <a:off x="5842000" y="635000"/>
            <a:ext cx="5842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sp>
        <p:nvSpPr>
          <p:cNvPr id="5" name="txt.quote"/>
          <p:cNvSpPr txBox="1"/>
          <p:nvPr/>
        </p:nvSpPr>
        <p:spPr>
          <a:xfrm>
            <a:off x="5842000" y="1778000"/>
            <a:ext cx="5588000" cy="2159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2800" b="0" dirty="0">
                <a:solidFill>
                  <a:schemeClr val="tx1"/>
                </a:solidFill>
                <a:latin typeface="Noto Serif JP"/>
                <a:ea typeface="Noto Serif JP"/>
              </a:rPr>
              <a:t>ダミーの引用文</a:t>
            </a:r>
          </a:p>
        </p:txBody>
      </p:sp>
      <p:sp>
        <p:nvSpPr>
          <p:cNvPr id="6" name="txt.source"/>
          <p:cNvSpPr txBox="1"/>
          <p:nvPr/>
        </p:nvSpPr>
        <p:spPr>
          <a:xfrm>
            <a:off x="6604000" y="4381500"/>
            <a:ext cx="381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000"/>
              </a:lnSpc>
            </a:pPr>
            <a:r>
              <a:rPr lang="ja-JP" altLang="en-US" sz="1400" b="0" dirty="0">
                <a:solidFill>
                  <a:schemeClr val="tx1"/>
                </a:solidFill>
                <a:latin typeface="Barlow"/>
                <a:ea typeface="Noto Sans JP"/>
              </a:rPr>
              <a:t>ダミー肩書き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visional Blue Yellow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0064D6"/>
      </a:accent1>
      <a:accent2>
        <a:srgbClr val="E4E74D"/>
      </a:accent2>
      <a:accent3>
        <a:srgbClr val="8FBDF0"/>
      </a:accent3>
      <a:accent4>
        <a:srgbClr val="003F8A"/>
      </a:accent4>
      <a:accent5>
        <a:srgbClr val="F7F8D0"/>
      </a:accent5>
      <a:accent6>
        <a:srgbClr val="9E9E9E"/>
      </a:accent6>
      <a:hlink>
        <a:srgbClr val="0000FF"/>
      </a:hlink>
      <a:folHlink>
        <a:srgbClr val="800080"/>
      </a:folHlink>
    </a:clrScheme>
    <a:fontScheme name="Provisional">
      <a:majorFont>
        <a:latin typeface="Barlow"/>
        <a:ea typeface="Noto Serif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