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cover</a:t>
            </a:r>
          </a:p>
          <a:p>
            <a:r>
              <a:t>role: [cover]</a:t>
            </a:r>
          </a:p>
          <a:p>
            <a:r>
              <a:t>label: 表紙（写真＋要点3つ）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"2"</a:t>
            </a:r>
          </a:p>
          <a:p>
            <a:r>
              <a:t>role: [problem]</a:t>
            </a:r>
          </a:p>
          <a:p>
            <a:r>
              <a:t>label: 課題提示（2項目）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"3"</a:t>
            </a:r>
          </a:p>
          <a:p>
            <a:r>
              <a:t>role: [problem]</a:t>
            </a:r>
          </a:p>
          <a:p>
            <a:r>
              <a:t>label: 課題提示（3項目）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"4"</a:t>
            </a:r>
          </a:p>
          <a:p>
            <a:r>
              <a:t>role: [problem]</a:t>
            </a:r>
          </a:p>
          <a:p>
            <a:r>
              <a:t>label: 課題提示（4項目）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numbers</a:t>
            </a:r>
          </a:p>
          <a:p>
            <a:r>
              <a:t>variant: "3"</a:t>
            </a:r>
          </a:p>
          <a:p>
            <a:r>
              <a:t>role: [number]</a:t>
            </a:r>
          </a:p>
          <a:p>
            <a:r>
              <a:t>label: 数値訴求（3つの数字）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attention</a:t>
            </a:r>
          </a:p>
          <a:p>
            <a:r>
              <a:t>role: [emphasis]</a:t>
            </a:r>
          </a:p>
          <a:p>
            <a:r>
              <a:t>label: 注意・強調（重要なことを改めて言う）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section</a:t>
            </a:r>
          </a:p>
          <a:p>
            <a:r>
              <a:t>role: [section]</a:t>
            </a:r>
          </a:p>
          <a:p>
            <a:r>
              <a:t>label: 中扉（章の見出し）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steps</a:t>
            </a:r>
          </a:p>
          <a:p>
            <a:r>
              <a:t>variant: "3"</a:t>
            </a:r>
          </a:p>
          <a:p>
            <a:r>
              <a:t>role: [steps]</a:t>
            </a:r>
          </a:p>
          <a:p>
            <a:r>
              <a:t>label: 画像が並ぶ（手順 3つ）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steps</a:t>
            </a:r>
          </a:p>
          <a:p>
            <a:r>
              <a:t>variant: "4"</a:t>
            </a:r>
          </a:p>
          <a:p>
            <a:r>
              <a:t>role: [steps]</a:t>
            </a:r>
          </a:p>
          <a:p>
            <a:r>
              <a:t>label: 画像が並ぶ（手順 4つ）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collage</a:t>
            </a:r>
          </a:p>
          <a:p>
            <a:r>
              <a:t>role: [closing]</a:t>
            </a:r>
          </a:p>
          <a:p>
            <a:r>
              <a:t>label: 写真コラージュ（結び・表紙の別案）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toc</a:t>
            </a:r>
          </a:p>
          <a:p>
            <a:r>
              <a:t>variant: "3"</a:t>
            </a:r>
          </a:p>
          <a:p>
            <a:r>
              <a:t>role: [toc]</a:t>
            </a:r>
          </a:p>
          <a:p>
            <a:r>
              <a:t>label: 目次（3項目）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toc</a:t>
            </a:r>
          </a:p>
          <a:p>
            <a:r>
              <a:t>variant: "4"</a:t>
            </a:r>
          </a:p>
          <a:p>
            <a:r>
              <a:t>role: [toc]</a:t>
            </a:r>
          </a:p>
          <a:p>
            <a:r>
              <a:t>label: 目次（4項目）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toc</a:t>
            </a:r>
          </a:p>
          <a:p>
            <a:r>
              <a:t>variant: "5"</a:t>
            </a:r>
          </a:p>
          <a:p>
            <a:r>
              <a:t>role: [toc]</a:t>
            </a:r>
          </a:p>
          <a:p>
            <a:r>
              <a:t>label: 目次（5項目）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photo-text</a:t>
            </a:r>
          </a:p>
          <a:p>
            <a:r>
              <a:t>variant: "a"</a:t>
            </a:r>
          </a:p>
          <a:p>
            <a:r>
              <a:t>role: [photo-text]</a:t>
            </a:r>
          </a:p>
          <a:p>
            <a:r>
              <a:t>label: 写真＋本文A（見出しと説明文）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photo-text</a:t>
            </a:r>
          </a:p>
          <a:p>
            <a:r>
              <a:t>variant: "b"</a:t>
            </a:r>
          </a:p>
          <a:p>
            <a:r>
              <a:t>role: [photo-text]</a:t>
            </a:r>
          </a:p>
          <a:p>
            <a:r>
              <a:t>label: 写真＋本文B（見出しと要点3つ）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2"/>
          <a:srcRect t="352" b="352"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bg1"/>
                </a:solidFill>
                <a:latin typeface="Noto Serif JP"/>
                <a:ea typeface="Noto Serif JP"/>
              </a:rPr>
              <a:t>ダミー大見出し</a:t>
            </a:r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bg1"/>
                </a:solidFill>
                <a:latin typeface="Noto Serif JP"/>
                <a:ea typeface="Noto Serif JP"/>
              </a:rPr>
              <a:t>ダミー大見出し</a:t>
            </a:r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32000" y="33782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31750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035800" y="33782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81788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3810000" y="20320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4953000" y="1841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4953000" y="2654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4953000" y="2768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3810000" y="33655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4953000" y="31750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4953000" y="39878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4953000" y="41021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3810000" y="4699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4953000" y="4508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8" name="deco.item-3-rule"/>
          <p:cNvSpPr/>
          <p:nvPr/>
        </p:nvSpPr>
        <p:spPr>
          <a:xfrm>
            <a:off x="4953000" y="5321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4953000" y="5435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2"/>
          <a:srcRect l="35246" r="35246"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</a:t>
            </a:r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Label</a:t>
            </a:r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 dirty="0">
                <a:solidFill>
                  <a:schemeClr val="tx1"/>
                </a:solidFill>
                <a:latin typeface="Barlow"/>
                <a:ea typeface="Noto Sans JP"/>
              </a:rPr>
              <a:t>ダミー注記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2"/>
          <a:srcRect l="9506" r="9506"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tx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ダミー説明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 dirty="0">
                <a:solidFill>
                  <a:schemeClr val="bg1"/>
                </a:solidFill>
                <a:latin typeface="Barlow"/>
                <a:ea typeface="Noto Sans JP"/>
              </a:rPr>
              <a:t>ダミー中扉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 Medium"/>
              </a:rPr>
              <a:t>Dummy Label</a:t>
            </a:r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 Medium"/>
              </a:rPr>
              <a:t>Dummy Label</a:t>
            </a:r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49780" y="2137410"/>
            <a:ext cx="2077720" cy="207772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4434840" y="2137410"/>
            <a:ext cx="2077720" cy="207772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443484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443484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6819900" y="2137410"/>
            <a:ext cx="2077720" cy="207772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681990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681990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5" name="img.item.4" descr="手順4の写真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9204960" y="2137410"/>
            <a:ext cx="2077720" cy="2077720"/>
          </a:xfrm>
          <a:prstGeom prst="rect">
            <a:avLst/>
          </a:prstGeom>
        </p:spPr>
      </p:pic>
      <p:sp>
        <p:nvSpPr>
          <p:cNvPr id="16" name="deco.item-4-rule"/>
          <p:cNvSpPr/>
          <p:nvPr/>
        </p:nvSpPr>
        <p:spPr>
          <a:xfrm>
            <a:off x="920496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xt.item.4.caption"/>
          <p:cNvSpPr txBox="1"/>
          <p:nvPr/>
        </p:nvSpPr>
        <p:spPr>
          <a:xfrm>
            <a:off x="920496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2"/>
          <a:srcRect l="4098" r="4098"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2"/>
          <a:srcRect t="11230" b="11230"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deco.toc-no-1"/>
          <p:cNvSpPr txBox="1"/>
          <p:nvPr/>
        </p:nvSpPr>
        <p:spPr>
          <a:xfrm>
            <a:off x="2921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0" name="deco.toc-no-2"/>
          <p:cNvSpPr txBox="1"/>
          <p:nvPr/>
        </p:nvSpPr>
        <p:spPr>
          <a:xfrm>
            <a:off x="2413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3" name="deco.toc-no-3"/>
          <p:cNvSpPr txBox="1"/>
          <p:nvPr/>
        </p:nvSpPr>
        <p:spPr>
          <a:xfrm>
            <a:off x="1905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2"/>
          <a:srcRect t="11230" b="11230"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deco.toc-no-1"/>
          <p:cNvSpPr txBox="1"/>
          <p:nvPr/>
        </p:nvSpPr>
        <p:spPr>
          <a:xfrm>
            <a:off x="2921000" y="25527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0353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5527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0" name="deco.toc-no-2"/>
          <p:cNvSpPr txBox="1"/>
          <p:nvPr/>
        </p:nvSpPr>
        <p:spPr>
          <a:xfrm>
            <a:off x="2413000" y="33401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8227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3401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3" name="deco.toc-no-3"/>
          <p:cNvSpPr txBox="1"/>
          <p:nvPr/>
        </p:nvSpPr>
        <p:spPr>
          <a:xfrm>
            <a:off x="1905000" y="41275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6101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1275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6" name="deco.toc-no-4"/>
          <p:cNvSpPr txBox="1"/>
          <p:nvPr/>
        </p:nvSpPr>
        <p:spPr>
          <a:xfrm>
            <a:off x="1397000" y="49149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3975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9149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2"/>
          <a:srcRect t="11230" b="11230"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deco.toc-no-1"/>
          <p:cNvSpPr txBox="1"/>
          <p:nvPr/>
        </p:nvSpPr>
        <p:spPr>
          <a:xfrm>
            <a:off x="2921000" y="2159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26416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1590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0" name="deco.toc-no-2"/>
          <p:cNvSpPr txBox="1"/>
          <p:nvPr/>
        </p:nvSpPr>
        <p:spPr>
          <a:xfrm>
            <a:off x="2413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3" name="deco.toc-no-3"/>
          <p:cNvSpPr txBox="1"/>
          <p:nvPr/>
        </p:nvSpPr>
        <p:spPr>
          <a:xfrm>
            <a:off x="1905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6" name="deco.toc-no-4"/>
          <p:cNvSpPr txBox="1"/>
          <p:nvPr/>
        </p:nvSpPr>
        <p:spPr>
          <a:xfrm>
            <a:off x="1397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9" name="deco.toc-no-5"/>
          <p:cNvSpPr txBox="1"/>
          <p:nvPr/>
        </p:nvSpPr>
        <p:spPr>
          <a:xfrm>
            <a:off x="889000" y="53086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05</a:t>
            </a:r>
          </a:p>
        </p:txBody>
      </p:sp>
      <p:sp>
        <p:nvSpPr>
          <p:cNvPr id="20" name="deco.toc-rule-5"/>
          <p:cNvSpPr/>
          <p:nvPr/>
        </p:nvSpPr>
        <p:spPr>
          <a:xfrm>
            <a:off x="1651000" y="57912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item.5"/>
          <p:cNvSpPr txBox="1"/>
          <p:nvPr/>
        </p:nvSpPr>
        <p:spPr>
          <a:xfrm>
            <a:off x="1651000" y="53086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2"/>
          <a:srcRect l="33796" r="33796"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3"/>
          <a:srcRect l="33564" r="33564"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 dirty="0">
                <a:solidFill>
                  <a:schemeClr val="tx1"/>
                </a:solidFill>
                <a:latin typeface="Barlow"/>
                <a:ea typeface="Noto Sans JP"/>
              </a:rPr>
              <a:t>ダミー本文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2"/>
          <a:srcRect l="18765" r="18765"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Green Pink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1E8C4E"/>
      </a:accent1>
      <a:accent2>
        <a:srgbClr val="E5508A"/>
      </a:accent2>
      <a:accent3>
        <a:srgbClr val="A6D9B9"/>
      </a:accent3>
      <a:accent4>
        <a:srgbClr val="0F5A30"/>
      </a:accent4>
      <a:accent5>
        <a:srgbClr val="F9D7E4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