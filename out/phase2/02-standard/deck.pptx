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3-img.item.1.jpg"/><Relationship Id="rId8-created" Type="http://schemas.openxmlformats.org/officeDocument/2006/relationships/image" Target="../media/p03-img.item.2.jpg"/><Relationship Id="rId9-created" Type="http://schemas.openxmlformats.org/officeDocument/2006/relationships/image" Target="../media/p03-img.item.3.jpg"/><Relationship Id="rId10-created" Type="http://schemas.openxmlformats.org/officeDocument/2006/relationships/image" Target="../media/p03-img.item.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4-img.hero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side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6-img.item.1.jpg"/><Relationship Id="rId8-created" Type="http://schemas.openxmlformats.org/officeDocument/2006/relationships/image" Target="../media/p06-img.item.2.jpg"/><Relationship Id="rId9-created" Type="http://schemas.openxmlformats.org/officeDocument/2006/relationships/image" Target="../media/p06-img.item.3.jpg"/><Relationship Id="rId10-created" Type="http://schemas.openxmlformats.org/officeDocument/2006/relationships/image" Target="../media/p06-img.item.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7-img.hero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8-img.right.jpg"/><Relationship Id="rId6-created" Type="http://schemas.openxmlformats.org/officeDocument/2006/relationships/image" Target="../media/p08-img.left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9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課題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いまの勤怠管理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変更点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スマホで打刻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予定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4月1日に切替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新しい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勤怠管理の仕組み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4月から紙のタイムカードをやめ、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スマートフォン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で打刻する仕組みに切り替えます。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AGENDA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5527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0353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5527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いまの勤怠管理の課題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33401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8227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3401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新しい仕組みで変わること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41275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6101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1275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切り替えまでの予定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9149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3975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9149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皆さんにお願いしたいこと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いまの勤怠管理の課題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集計に時間がかかる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総務が</a:t>
            </a:r>
            <a:r>
              <a:rPr lang="ja-JP" altLang="en-US" sz="12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毎月3日</a:t>
            </a: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かけて手で集計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打刻の漏れが多い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直行直帰の日は手書きで修正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残業時間が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すぐ分からない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月末まで誰がどれだけか見えない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有給の残りが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申請のたびに総務へ問い合わせ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スマホで打刻、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集計は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自動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アプリで出勤と退勤を記録。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直行の日もその場で打刻できる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集計は自動で、総務の作業は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毎月3日から半日に減る見込み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残業時間と有給の残りは、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アプリでいつでも自分で確認できる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TRIAL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RESULTS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営業部30名の試験導入結果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打刻の漏れ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6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月120件から月6件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に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減少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集計の時間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日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毎月3日から半日に短縮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有給問い合わせ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5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月45件から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月5件に減少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試験導入した営業部（30名）での結果。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SCHEDULE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切り替えまでの予定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49780" y="2137410"/>
            <a:ext cx="2077720" cy="207772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2月：アプリ配布と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各部署で説明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4434840" y="2137410"/>
            <a:ext cx="2077720" cy="207772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443484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443484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3月：紙とアプリを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並行して使用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6819900" y="2137410"/>
            <a:ext cx="2077720" cy="207772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681990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681990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4月1日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：新しい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仕組みに完全切替</a:t>
            </a:r>
            <a:endParaRPr lang="ja-JP" altLang="en-US" sz="1500" b="1" dirty="0"/>
          </a:p>
        </p:txBody>
      </p:sp>
      <p:pic>
        <p:nvPicPr>
          <p:cNvPr id="15" name="img.item.4" descr="手順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9204960" y="2137410"/>
            <a:ext cx="2077720" cy="2077720"/>
          </a:xfrm>
          <a:prstGeom prst="rect">
            <a:avLst/>
          </a:prstGeom>
        </p:spPr>
      </p:pic>
      <p:sp>
        <p:nvSpPr>
          <p:cNvPr id="16" name="deco.item-4-rule"/>
          <p:cNvSpPr/>
          <p:nvPr/>
        </p:nvSpPr>
        <p:spPr>
          <a:xfrm>
            <a:off x="920496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xt.item.4.caption"/>
          <p:cNvSpPr txBox="1"/>
          <p:nvPr/>
        </p:nvSpPr>
        <p:spPr>
          <a:xfrm>
            <a:off x="920496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4月末：最初の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自動集計を総務が確認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IMPORTANT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3月は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両方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で打刻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3月の並行期間は、紙のタイムカードとアプリの両方で打刻してください。どちらか一方だけだと、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給与の計算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が合わなくなります。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スマホが無い方へ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会社支給のスマートフォンが無い方は、各事業所の入口に置く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共用の端末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で打刻できます。社員証をかざすだけで記録されます。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お問い合わせはこちら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総務部の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勤怠担当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か、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社内チャットまで。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