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r:id="rId23-created" id="256"/>
    <p:sldId r:id="rId24-created" id="257"/>
    <p:sldId r:id="rId25-created" id="258"/>
    <p:sldId r:id="rId26-created" id="259"/>
    <p:sldId r:id="rId27-created" id="26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8" Type="http://schemas.openxmlformats.org/officeDocument/2006/relationships/notesMaster" Target="notesMasters/notesMaster1.xml"/><Relationship Id="rId23-created" Type="http://schemas.openxmlformats.org/officeDocument/2006/relationships/slide" Target="slides/slide16.xml"/><Relationship Id="rId24-created" Type="http://schemas.openxmlformats.org/officeDocument/2006/relationships/slide" Target="slides/slide17.xml"/><Relationship Id="rId25-created" Type="http://schemas.openxmlformats.org/officeDocument/2006/relationships/slide" Target="slides/slide18.xml"/><Relationship Id="rId26-created" Type="http://schemas.openxmlformats.org/officeDocument/2006/relationships/slide" Target="slides/slide19.xml"/><Relationship Id="rId27-created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-created" Type="http://schemas.openxmlformats.org/officeDocument/2006/relationships/image" Target="../media/p01-img.hero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6-created" Type="http://schemas.openxmlformats.org/officeDocument/2006/relationships/image" Target="../media/p02-img.item.1.jpg"/><Relationship Id="rId7-created" Type="http://schemas.openxmlformats.org/officeDocument/2006/relationships/image" Target="../media/p02-img.item.2.jpg"/><Relationship Id="rId8-created" Type="http://schemas.openxmlformats.org/officeDocument/2006/relationships/image" Target="../media/p02-img.item.3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-created" Type="http://schemas.openxmlformats.org/officeDocument/2006/relationships/image" Target="../media/p03-img.side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6-created" Type="http://schemas.openxmlformats.org/officeDocument/2006/relationships/image" Target="../media/p04-img.item.1.jpg"/><Relationship Id="rId7-created" Type="http://schemas.openxmlformats.org/officeDocument/2006/relationships/image" Target="../media/p04-img.item.2.jpg"/><Relationship Id="rId8-created" Type="http://schemas.openxmlformats.org/officeDocument/2006/relationships/image" Target="../media/p04-img.item.3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-created" Type="http://schemas.openxmlformats.org/officeDocument/2006/relationships/image" Target="../media/p05-img.hero.jpg"/></Relationships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g.hero" descr="表紙の写真"/>
          <p:cNvPicPr>
            <a:picLocks noChangeAspect="1"/>
          </p:cNvPicPr>
          <p:nvPr/>
        </p:nvPicPr>
        <p:blipFill>
          <a:blip r:embed="rId4-created"/>
          <a:srcRect/>
          <a:stretch>
            <a:fillRect/>
          </a:stretch>
        </p:blipFill>
        <p:spPr>
          <a:xfrm>
            <a:off x="0" y="0"/>
            <a:ext cx="10350500" cy="6851650"/>
          </a:xfrm>
          <a:custGeom>
            <a:avLst/>
            <a:gdLst/>
            <a:ahLst/>
            <a:cxnLst/>
            <a:rect l="l" t="t" r="r" b="b"/>
            <a:pathLst>
              <a:path w="10350500" h="6851650">
                <a:moveTo>
                  <a:pt x="4737100" y="0"/>
                </a:moveTo>
                <a:lnTo>
                  <a:pt x="10350500" y="0"/>
                </a:lnTo>
                <a:lnTo>
                  <a:pt x="3498850" y="6851650"/>
                </a:lnTo>
                <a:lnTo>
                  <a:pt x="0" y="6851650"/>
                </a:lnTo>
                <a:lnTo>
                  <a:pt x="0" y="4737100"/>
                </a:lnTo>
                <a:close/>
              </a:path>
            </a:pathLst>
          </a:custGeom>
        </p:spPr>
      </p:pic>
      <p:sp>
        <p:nvSpPr>
          <p:cNvPr id="3" name="deco.headline-band"/>
          <p:cNvSpPr/>
          <p:nvPr/>
        </p:nvSpPr>
        <p:spPr>
          <a:xfrm>
            <a:off x="-107950" y="1631950"/>
            <a:ext cx="6623050" cy="1073150"/>
          </a:xfrm>
          <a:custGeom>
            <a:avLst/>
            <a:gdLst/>
            <a:ahLst/>
            <a:cxnLst/>
            <a:rect l="l" t="t" r="r" b="b"/>
            <a:pathLst>
              <a:path w="6623050" h="1073150">
                <a:moveTo>
                  <a:pt x="0" y="0"/>
                </a:moveTo>
                <a:lnTo>
                  <a:pt x="6623050" y="0"/>
                </a:lnTo>
                <a:lnTo>
                  <a:pt x="5549900" y="1073150"/>
                </a:lnTo>
                <a:lnTo>
                  <a:pt x="0" y="1073150"/>
                </a:lnTo>
                <a:close/>
              </a:path>
            </a:pathLst>
          </a:custGeom>
          <a:solidFill>
            <a:schemeClr val="tx1">
              <a:alpha val="85000"/>
            </a:schemeClr>
          </a:solidFill>
          <a:ln>
            <a:noFill/>
          </a:ln>
        </p:spPr>
      </p:sp>
      <p:sp>
        <p:nvSpPr>
          <p:cNvPr id="4" name="deco.subtitle-plate"/>
          <p:cNvSpPr/>
          <p:nvPr/>
        </p:nvSpPr>
        <p:spPr>
          <a:xfrm>
            <a:off x="5568950" y="1638300"/>
            <a:ext cx="5505450" cy="1066800"/>
          </a:xfrm>
          <a:custGeom>
            <a:avLst/>
            <a:gdLst/>
            <a:ahLst/>
            <a:cxnLst/>
            <a:rect l="l" t="t" r="r" b="b"/>
            <a:pathLst>
              <a:path w="5505450" h="1066800">
                <a:moveTo>
                  <a:pt x="0" y="1066800"/>
                </a:moveTo>
                <a:lnTo>
                  <a:pt x="1073150" y="0"/>
                </a:lnTo>
                <a:lnTo>
                  <a:pt x="5505450" y="0"/>
                </a:lnTo>
                <a:lnTo>
                  <a:pt x="5505450" y="10668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5" name="deco.line-1"/>
          <p:cNvSpPr/>
          <p:nvPr/>
        </p:nvSpPr>
        <p:spPr>
          <a:xfrm>
            <a:off x="2470150" y="527050"/>
            <a:ext cx="1612900" cy="1479550"/>
          </a:xfrm>
          <a:custGeom>
            <a:avLst/>
            <a:gdLst/>
            <a:ahLst/>
            <a:cxnLst/>
            <a:rect l="l" t="t" r="r" b="b"/>
            <a:pathLst>
              <a:path w="1612900" h="1479550">
                <a:moveTo>
                  <a:pt x="0" y="1479550"/>
                </a:moveTo>
                <a:lnTo>
                  <a:pt x="133350" y="1479550"/>
                </a:lnTo>
                <a:lnTo>
                  <a:pt x="1612900" y="0"/>
                </a:lnTo>
                <a:lnTo>
                  <a:pt x="147955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deco.line-2"/>
          <p:cNvSpPr/>
          <p:nvPr/>
        </p:nvSpPr>
        <p:spPr>
          <a:xfrm>
            <a:off x="6610350" y="3175000"/>
            <a:ext cx="965200" cy="831850"/>
          </a:xfrm>
          <a:custGeom>
            <a:avLst/>
            <a:gdLst/>
            <a:ahLst/>
            <a:cxnLst/>
            <a:rect l="l" t="t" r="r" b="b"/>
            <a:pathLst>
              <a:path w="965200" h="831850">
                <a:moveTo>
                  <a:pt x="0" y="831850"/>
                </a:moveTo>
                <a:lnTo>
                  <a:pt x="133350" y="831850"/>
                </a:lnTo>
                <a:lnTo>
                  <a:pt x="965200" y="0"/>
                </a:lnTo>
                <a:lnTo>
                  <a:pt x="83185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deco.point-box-1"/>
          <p:cNvSpPr/>
          <p:nvPr/>
        </p:nvSpPr>
        <p:spPr>
          <a:xfrm>
            <a:off x="5638800" y="4146550"/>
            <a:ext cx="1784350" cy="1784350"/>
          </a:xfrm>
          <a:custGeom>
            <a:avLst/>
            <a:gdLst/>
            <a:ahLst/>
            <a:cxnLst/>
            <a:rect l="l" t="t" r="r" b="b"/>
            <a:pathLst>
              <a:path w="1784350" h="1784350">
                <a:moveTo>
                  <a:pt x="0" y="0"/>
                </a:moveTo>
                <a:lnTo>
                  <a:pt x="1784350" y="0"/>
                </a:lnTo>
                <a:lnTo>
                  <a:pt x="1784350" y="1784350"/>
                </a:lnTo>
                <a:lnTo>
                  <a:pt x="0" y="17843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8" name="txt.point.1.lead"/>
          <p:cNvSpPr txBox="1"/>
          <p:nvPr/>
        </p:nvSpPr>
        <p:spPr>
          <a:xfrm>
            <a:off x="5765800" y="4279900"/>
            <a:ext cx="1587500" cy="457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800"/>
              </a:lnSpc>
            </a:pPr>
            <a:r>
              <a:rPr lang="ja-JP" altLang="en-US" sz="1350" b="0">
                <a:solidFill>
                  <a:schemeClr val="tx1"/>
                </a:solidFill>
                <a:latin typeface="Barlow Medium"/>
                <a:ea typeface="Noto Sans JP Medium"/>
              </a:rPr>
              <a:t>請求書の時間</a:t>
            </a:r>
            <a:endParaRPr lang="ja-JP" altLang="en-US" sz="1350" b="0" dirty="0"/>
          </a:p>
        </p:txBody>
      </p:sp>
      <p:sp>
        <p:nvSpPr>
          <p:cNvPr id="9" name="txt.point.1.main"/>
          <p:cNvSpPr txBox="1"/>
          <p:nvPr/>
        </p:nvSpPr>
        <p:spPr>
          <a:xfrm>
            <a:off x="5765800" y="4787900"/>
            <a:ext cx="1587500" cy="635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300"/>
              </a:lnSpc>
            </a:pPr>
            <a:r>
              <a:rPr lang="ja-JP" altLang="en-US" sz="1700" b="0">
                <a:solidFill>
                  <a:schemeClr val="tx1"/>
                </a:solidFill>
                <a:latin typeface="Barlow Medium"/>
                <a:ea typeface="Noto Sans JP Medium"/>
              </a:rPr>
              <a:t>月40時間</a:t>
            </a:r>
            <a:endParaRPr lang="ja-JP" altLang="en-US" sz="1700" b="0" dirty="0"/>
          </a:p>
          <a:p>
            <a:pPr algn="l" eaLnBrk="1" hangingPunct="1" latinLnBrk="0">
              <a:lnSpc>
                <a:spcPts val="2300"/>
              </a:lnSpc>
            </a:pPr>
            <a:r>
              <a:rPr lang="ja-JP" altLang="en-US" sz="1700" b="0">
                <a:solidFill>
                  <a:schemeClr val="tx1"/>
                </a:solidFill>
                <a:latin typeface="Barlow Medium"/>
                <a:ea typeface="Noto Sans JP Medium"/>
              </a:rPr>
              <a:t>→月8時間</a:t>
            </a:r>
            <a:endParaRPr lang="ja-JP" altLang="en-US" sz="1700" b="0" dirty="0"/>
          </a:p>
        </p:txBody>
      </p:sp>
      <p:sp>
        <p:nvSpPr>
          <p:cNvPr id="10" name="deco.point-box-2"/>
          <p:cNvSpPr/>
          <p:nvPr/>
        </p:nvSpPr>
        <p:spPr>
          <a:xfrm>
            <a:off x="7702550" y="4146550"/>
            <a:ext cx="1784350" cy="1784350"/>
          </a:xfrm>
          <a:custGeom>
            <a:avLst/>
            <a:gdLst/>
            <a:ahLst/>
            <a:cxnLst/>
            <a:rect l="l" t="t" r="r" b="b"/>
            <a:pathLst>
              <a:path w="1784350" h="1784350">
                <a:moveTo>
                  <a:pt x="0" y="0"/>
                </a:moveTo>
                <a:lnTo>
                  <a:pt x="1784350" y="0"/>
                </a:lnTo>
                <a:lnTo>
                  <a:pt x="1784350" y="1784350"/>
                </a:lnTo>
                <a:lnTo>
                  <a:pt x="0" y="17843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1" name="txt.point.2.lead"/>
          <p:cNvSpPr txBox="1"/>
          <p:nvPr/>
        </p:nvSpPr>
        <p:spPr>
          <a:xfrm>
            <a:off x="7829550" y="4279900"/>
            <a:ext cx="1587500" cy="457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800"/>
              </a:lnSpc>
            </a:pPr>
            <a:r>
              <a:rPr lang="ja-JP" altLang="en-US" sz="1350" b="0">
                <a:solidFill>
                  <a:schemeClr val="tx1"/>
                </a:solidFill>
                <a:latin typeface="Barlow Medium"/>
                <a:ea typeface="Noto Sans JP Medium"/>
              </a:rPr>
              <a:t>入力ミスに</a:t>
            </a:r>
            <a:endParaRPr lang="ja-JP" altLang="en-US" sz="1350" b="0" dirty="0"/>
          </a:p>
          <a:p>
            <a:pPr algn="l" eaLnBrk="1" hangingPunct="1" latinLnBrk="0">
              <a:lnSpc>
                <a:spcPts val="1800"/>
              </a:lnSpc>
            </a:pPr>
            <a:r>
              <a:rPr lang="ja-JP" altLang="en-US" sz="1350" b="0">
                <a:solidFill>
                  <a:schemeClr val="tx1"/>
                </a:solidFill>
                <a:latin typeface="Barlow Medium"/>
                <a:ea typeface="Noto Sans JP Medium"/>
              </a:rPr>
              <a:t>よる差し戻し</a:t>
            </a:r>
            <a:endParaRPr lang="ja-JP" altLang="en-US" sz="1350" b="0" dirty="0"/>
          </a:p>
        </p:txBody>
      </p:sp>
      <p:sp>
        <p:nvSpPr>
          <p:cNvPr id="12" name="txt.point.2.main"/>
          <p:cNvSpPr txBox="1"/>
          <p:nvPr/>
        </p:nvSpPr>
        <p:spPr>
          <a:xfrm>
            <a:off x="7829550" y="4787900"/>
            <a:ext cx="1587500" cy="635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300"/>
              </a:lnSpc>
            </a:pPr>
            <a:r>
              <a:rPr lang="ja-JP" altLang="en-US" sz="1700" b="0">
                <a:solidFill>
                  <a:schemeClr val="tx1"/>
                </a:solidFill>
                <a:latin typeface="Barlow Medium"/>
                <a:ea typeface="Noto Sans JP Medium"/>
              </a:rPr>
              <a:t>ほぼ0件</a:t>
            </a:r>
            <a:endParaRPr lang="ja-JP" altLang="en-US" sz="1700" b="0" dirty="0"/>
          </a:p>
        </p:txBody>
      </p:sp>
      <p:sp>
        <p:nvSpPr>
          <p:cNvPr id="13" name="deco.point-box-3"/>
          <p:cNvSpPr/>
          <p:nvPr/>
        </p:nvSpPr>
        <p:spPr>
          <a:xfrm>
            <a:off x="9759950" y="4146550"/>
            <a:ext cx="1784350" cy="1784350"/>
          </a:xfrm>
          <a:custGeom>
            <a:avLst/>
            <a:gdLst/>
            <a:ahLst/>
            <a:cxnLst/>
            <a:rect l="l" t="t" r="r" b="b"/>
            <a:pathLst>
              <a:path w="1784350" h="1784350">
                <a:moveTo>
                  <a:pt x="0" y="0"/>
                </a:moveTo>
                <a:lnTo>
                  <a:pt x="1784350" y="0"/>
                </a:lnTo>
                <a:lnTo>
                  <a:pt x="1784350" y="1784350"/>
                </a:lnTo>
                <a:lnTo>
                  <a:pt x="0" y="17843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4" name="txt.point.3.lead"/>
          <p:cNvSpPr txBox="1"/>
          <p:nvPr/>
        </p:nvSpPr>
        <p:spPr>
          <a:xfrm>
            <a:off x="9886950" y="4279900"/>
            <a:ext cx="1587500" cy="457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800"/>
              </a:lnSpc>
            </a:pPr>
            <a:r>
              <a:rPr lang="ja-JP" altLang="en-US" sz="1350" b="0">
                <a:solidFill>
                  <a:schemeClr val="tx1"/>
                </a:solidFill>
                <a:latin typeface="Barlow Medium"/>
                <a:ea typeface="Noto Sans JP Medium"/>
              </a:rPr>
              <a:t>導入まで</a:t>
            </a:r>
            <a:endParaRPr lang="ja-JP" altLang="en-US" sz="1350" b="0" dirty="0"/>
          </a:p>
        </p:txBody>
      </p:sp>
      <p:sp>
        <p:nvSpPr>
          <p:cNvPr id="15" name="txt.point.3.main"/>
          <p:cNvSpPr txBox="1"/>
          <p:nvPr/>
        </p:nvSpPr>
        <p:spPr>
          <a:xfrm>
            <a:off x="9886950" y="4787900"/>
            <a:ext cx="1587500" cy="635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300"/>
              </a:lnSpc>
            </a:pPr>
            <a:r>
              <a:rPr lang="ja-JP" altLang="en-US" sz="1700" b="0">
                <a:solidFill>
                  <a:schemeClr val="tx1"/>
                </a:solidFill>
                <a:latin typeface="Barlow Medium"/>
                <a:ea typeface="Noto Sans JP Medium"/>
              </a:rPr>
              <a:t>平均2週間</a:t>
            </a:r>
            <a:endParaRPr lang="ja-JP" altLang="en-US" sz="1700" b="0" dirty="0"/>
          </a:p>
        </p:txBody>
      </p:sp>
      <p:sp>
        <p:nvSpPr>
          <p:cNvPr id="16" name="txt.headline"/>
          <p:cNvSpPr txBox="1"/>
          <p:nvPr/>
        </p:nvSpPr>
        <p:spPr>
          <a:xfrm>
            <a:off x="1212850" y="1663700"/>
            <a:ext cx="4381500" cy="1016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1" u="heavy">
                <a:solidFill>
                  <a:schemeClr val="bg1"/>
                </a:solidFill>
                <a:uFill>
                  <a:solidFill>
                    <a:schemeClr val="accent2"/>
                  </a:solidFill>
                </a:uFill>
                <a:latin typeface="Noto Serif JP"/>
                <a:ea typeface="Noto Serif JP"/>
              </a:rPr>
              <a:t>業務自動化</a:t>
            </a:r>
            <a:r>
              <a:rPr lang="ja-JP" altLang="en-US" sz="3250" b="0">
                <a:solidFill>
                  <a:schemeClr val="bg1"/>
                </a:solidFill>
                <a:latin typeface="Noto Serif JP"/>
                <a:ea typeface="Noto Serif JP"/>
              </a:rPr>
              <a:t>で</a:t>
            </a:r>
            <a:endParaRPr lang="ja-JP" altLang="en-US" sz="3250" b="0" dirty="0"/>
          </a:p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bg1"/>
                </a:solidFill>
                <a:latin typeface="Noto Serif JP"/>
                <a:ea typeface="Noto Serif JP"/>
              </a:rPr>
              <a:t>本来の仕事へ</a:t>
            </a:r>
            <a:endParaRPr lang="ja-JP" altLang="en-US" sz="3250" b="0" dirty="0"/>
          </a:p>
        </p:txBody>
      </p:sp>
      <p:sp>
        <p:nvSpPr>
          <p:cNvPr id="17" name="txt.subtitle"/>
          <p:cNvSpPr txBox="1"/>
          <p:nvPr/>
        </p:nvSpPr>
        <p:spPr>
          <a:xfrm>
            <a:off x="6673850" y="1905000"/>
            <a:ext cx="5486400" cy="660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55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毎日の事務作業に追われる中小企業の経営者の</a:t>
            </a:r>
            <a:endParaRPr lang="ja-JP" altLang="en-US" sz="1500" b="1" dirty="0"/>
          </a:p>
          <a:p>
            <a:pPr algn="l" eaLnBrk="1" hangingPunct="1" latinLnBrk="0">
              <a:lnSpc>
                <a:spcPts val="255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方へ、業務の自動化サービスをご案内します。</a:t>
            </a:r>
            <a:endParaRPr lang="ja-JP" altLang="en-US" sz="1500" b="1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.corner"/>
          <p:cNvSpPr/>
          <p:nvPr/>
        </p:nvSpPr>
        <p:spPr>
          <a:xfrm>
            <a:off x="0" y="0"/>
            <a:ext cx="2717800" cy="2717800"/>
          </a:xfrm>
          <a:custGeom>
            <a:avLst/>
            <a:gdLst/>
            <a:ahLst/>
            <a:cxnLst/>
            <a:rect l="l" t="t" r="r" b="b"/>
            <a:pathLst>
              <a:path w="2717800" h="2717800">
                <a:moveTo>
                  <a:pt x="0" y="0"/>
                </a:moveTo>
                <a:lnTo>
                  <a:pt x="2717800" y="0"/>
                </a:lnTo>
                <a:lnTo>
                  <a:pt x="0" y="27178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3" name="deco.corner-line"/>
          <p:cNvSpPr/>
          <p:nvPr/>
        </p:nvSpPr>
        <p:spPr>
          <a:xfrm>
            <a:off x="57150" y="1670050"/>
            <a:ext cx="1244600" cy="1111250"/>
          </a:xfrm>
          <a:custGeom>
            <a:avLst/>
            <a:gdLst/>
            <a:ahLst/>
            <a:cxnLst/>
            <a:rect l="l" t="t" r="r" b="b"/>
            <a:pathLst>
              <a:path w="1244600" h="1111250">
                <a:moveTo>
                  <a:pt x="0" y="1111250"/>
                </a:moveTo>
                <a:lnTo>
                  <a:pt x="133350" y="1111250"/>
                </a:lnTo>
                <a:lnTo>
                  <a:pt x="1244600" y="0"/>
                </a:lnTo>
                <a:lnTo>
                  <a:pt x="111125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deco.title-band"/>
          <p:cNvSpPr/>
          <p:nvPr/>
        </p:nvSpPr>
        <p:spPr>
          <a:xfrm>
            <a:off x="1377950" y="520700"/>
            <a:ext cx="10731500" cy="1073150"/>
          </a:xfrm>
          <a:custGeom>
            <a:avLst/>
            <a:gdLst/>
            <a:ahLst/>
            <a:cxnLst/>
            <a:rect l="l" t="t" r="r" b="b"/>
            <a:pathLst>
              <a:path w="10731500" h="1073150">
                <a:moveTo>
                  <a:pt x="0" y="1073150"/>
                </a:moveTo>
                <a:lnTo>
                  <a:pt x="1066800" y="0"/>
                </a:lnTo>
                <a:lnTo>
                  <a:pt x="10731500" y="0"/>
                </a:lnTo>
                <a:lnTo>
                  <a:pt x="10731500" y="107315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</p:sp>
      <p:sp>
        <p:nvSpPr>
          <p:cNvPr id="5" name="deco.end-triangle"/>
          <p:cNvSpPr/>
          <p:nvPr/>
        </p:nvSpPr>
        <p:spPr>
          <a:xfrm>
            <a:off x="10998200" y="5702300"/>
            <a:ext cx="933450" cy="933450"/>
          </a:xfrm>
          <a:custGeom>
            <a:avLst/>
            <a:gdLst/>
            <a:ahLst/>
            <a:cxnLst/>
            <a:rect l="l" t="t" r="r" b="b"/>
            <a:pathLst>
              <a:path w="933450" h="933450">
                <a:moveTo>
                  <a:pt x="933450" y="0"/>
                </a:moveTo>
                <a:lnTo>
                  <a:pt x="933450" y="933450"/>
                </a:lnTo>
                <a:lnTo>
                  <a:pt x="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6" name="txt.eyebrow"/>
          <p:cNvSpPr txBox="1"/>
          <p:nvPr/>
        </p:nvSpPr>
        <p:spPr>
          <a:xfrm rot="-2700000">
            <a:off x="-406400" y="914400"/>
            <a:ext cx="3048000" cy="3302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spc="400">
                <a:solidFill>
                  <a:schemeClr val="bg1"/>
                </a:solidFill>
                <a:latin typeface="Barlow"/>
                <a:ea typeface="Noto Sans JP"/>
              </a:rPr>
              <a:t>Issues</a:t>
            </a:r>
            <a:endParaRPr lang="ja-JP" altLang="en-US" sz="2050" b="0" dirty="0" spc="400"/>
          </a:p>
        </p:txBody>
      </p:sp>
      <p:sp>
        <p:nvSpPr>
          <p:cNvPr id="7" name="txt.headline"/>
          <p:cNvSpPr txBox="1"/>
          <p:nvPr/>
        </p:nvSpPr>
        <p:spPr>
          <a:xfrm>
            <a:off x="2355850" y="660400"/>
            <a:ext cx="9398000" cy="7874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こんなお悩みはありませんか</a:t>
            </a:r>
            <a:endParaRPr lang="ja-JP" altLang="en-US" sz="3250" b="0" dirty="0"/>
          </a:p>
        </p:txBody>
      </p:sp>
      <p:pic>
        <p:nvPicPr>
          <p:cNvPr id="8" name="img.item.1" descr="課題1の写真"/>
          <p:cNvPicPr>
            <a:picLocks noChangeAspect="1"/>
          </p:cNvPicPr>
          <p:nvPr/>
        </p:nvPicPr>
        <p:blipFill>
          <a:blip r:embed="rId6-created"/>
          <a:srcRect/>
          <a:stretch>
            <a:fillRect/>
          </a:stretch>
        </p:blipFill>
        <p:spPr>
          <a:xfrm>
            <a:off x="3810000" y="2032000"/>
            <a:ext cx="990600" cy="990600"/>
          </a:xfrm>
          <a:prstGeom prst="rect">
            <a:avLst/>
          </a:prstGeom>
        </p:spPr>
      </p:pic>
      <p:sp>
        <p:nvSpPr>
          <p:cNvPr id="9" name="txt.item.1.title"/>
          <p:cNvSpPr txBox="1"/>
          <p:nvPr/>
        </p:nvSpPr>
        <p:spPr>
          <a:xfrm>
            <a:off x="4953000" y="1841500"/>
            <a:ext cx="3479800" cy="7747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eaLnBrk="1" hangingPunct="1" latinLnBrk="0">
              <a:lnSpc>
                <a:spcPts val="2900"/>
              </a:lnSpc>
            </a:pPr>
            <a:r>
              <a:rPr lang="ja-JP" altLang="en-US" sz="2100" b="1" spc="350" u="heavy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Barlow Medium"/>
                <a:ea typeface="Noto Sans JP Medium"/>
              </a:rPr>
              <a:t>属人化</a:t>
            </a:r>
            <a:r>
              <a:rPr lang="ja-JP" altLang="en-US" sz="2100" b="0" spc="350">
                <a:solidFill>
                  <a:schemeClr val="tx1"/>
                </a:solidFill>
                <a:latin typeface="Barlow Medium"/>
                <a:ea typeface="Noto Sans JP Medium"/>
              </a:rPr>
              <a:t>で</a:t>
            </a:r>
            <a:endParaRPr lang="ja-JP" altLang="en-US" sz="2100" b="0" dirty="0" spc="350"/>
          </a:p>
          <a:p>
            <a:pPr algn="l" eaLnBrk="1" hangingPunct="1" latinLnBrk="0">
              <a:lnSpc>
                <a:spcPts val="2900"/>
              </a:lnSpc>
            </a:pPr>
            <a:r>
              <a:rPr lang="ja-JP" altLang="en-US" sz="2100" b="0" spc="350">
                <a:solidFill>
                  <a:schemeClr val="tx1"/>
                </a:solidFill>
                <a:latin typeface="Barlow Medium"/>
                <a:ea typeface="Noto Sans JP Medium"/>
              </a:rPr>
              <a:t>社長が動けない</a:t>
            </a:r>
            <a:endParaRPr lang="ja-JP" altLang="en-US" sz="2100" b="0" dirty="0" spc="350"/>
          </a:p>
        </p:txBody>
      </p:sp>
      <p:sp>
        <p:nvSpPr>
          <p:cNvPr id="10" name="deco.item-1-rule"/>
          <p:cNvSpPr/>
          <p:nvPr/>
        </p:nvSpPr>
        <p:spPr>
          <a:xfrm>
            <a:off x="4953000" y="2654300"/>
            <a:ext cx="3479800" cy="13970"/>
          </a:xfrm>
          <a:custGeom>
            <a:avLst/>
            <a:gdLst/>
            <a:ahLst/>
            <a:cxnLst/>
            <a:rect l="l" t="t" r="r" b="b"/>
            <a:pathLst>
              <a:path w="3479800" h="13970">
                <a:moveTo>
                  <a:pt x="0" y="0"/>
                </a:moveTo>
                <a:lnTo>
                  <a:pt x="3479800" y="0"/>
                </a:lnTo>
                <a:lnTo>
                  <a:pt x="34798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1" name="txt.item.1.body"/>
          <p:cNvSpPr txBox="1"/>
          <p:nvPr/>
        </p:nvSpPr>
        <p:spPr>
          <a:xfrm>
            <a:off x="4953000" y="2768600"/>
            <a:ext cx="3479800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700"/>
              </a:lnSpc>
            </a:pPr>
            <a:r>
              <a:rPr lang="ja-JP" altLang="en-US" sz="1200" b="1">
                <a:solidFill>
                  <a:schemeClr val="tx1"/>
                </a:solidFill>
                <a:latin typeface="Barlow"/>
                <a:ea typeface="Noto Sans JP"/>
              </a:rPr>
              <a:t>自分がいないと回らない</a:t>
            </a:r>
            <a:endParaRPr lang="ja-JP" altLang="en-US" sz="1200" b="1" dirty="0"/>
          </a:p>
        </p:txBody>
      </p:sp>
      <p:pic>
        <p:nvPicPr>
          <p:cNvPr id="12" name="img.item.2" descr="課題2の写真"/>
          <p:cNvPicPr>
            <a:picLocks noChangeAspect="1"/>
          </p:cNvPicPr>
          <p:nvPr/>
        </p:nvPicPr>
        <p:blipFill>
          <a:blip r:embed="rId7-created"/>
          <a:srcRect/>
          <a:stretch>
            <a:fillRect/>
          </a:stretch>
        </p:blipFill>
        <p:spPr>
          <a:xfrm>
            <a:off x="3810000" y="3365500"/>
            <a:ext cx="990600" cy="990600"/>
          </a:xfrm>
          <a:prstGeom prst="rect">
            <a:avLst/>
          </a:prstGeom>
        </p:spPr>
      </p:pic>
      <p:sp>
        <p:nvSpPr>
          <p:cNvPr id="13" name="txt.item.2.title"/>
          <p:cNvSpPr txBox="1"/>
          <p:nvPr/>
        </p:nvSpPr>
        <p:spPr>
          <a:xfrm>
            <a:off x="4953000" y="3175000"/>
            <a:ext cx="3479800" cy="7747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eaLnBrk="1" hangingPunct="1" latinLnBrk="0">
              <a:lnSpc>
                <a:spcPts val="2900"/>
              </a:lnSpc>
            </a:pPr>
            <a:r>
              <a:rPr lang="ja-JP" altLang="en-US" sz="2100" b="0" spc="350">
                <a:solidFill>
                  <a:schemeClr val="tx1"/>
                </a:solidFill>
                <a:latin typeface="Barlow Medium"/>
                <a:ea typeface="Noto Sans JP Medium"/>
              </a:rPr>
              <a:t>人件費が厳しい</a:t>
            </a:r>
            <a:endParaRPr lang="ja-JP" altLang="en-US" sz="2100" b="0" dirty="0" spc="350"/>
          </a:p>
        </p:txBody>
      </p:sp>
      <p:sp>
        <p:nvSpPr>
          <p:cNvPr id="14" name="deco.item-2-rule"/>
          <p:cNvSpPr/>
          <p:nvPr/>
        </p:nvSpPr>
        <p:spPr>
          <a:xfrm>
            <a:off x="4953000" y="3987800"/>
            <a:ext cx="3479800" cy="13970"/>
          </a:xfrm>
          <a:custGeom>
            <a:avLst/>
            <a:gdLst/>
            <a:ahLst/>
            <a:cxnLst/>
            <a:rect l="l" t="t" r="r" b="b"/>
            <a:pathLst>
              <a:path w="3479800" h="13970">
                <a:moveTo>
                  <a:pt x="0" y="0"/>
                </a:moveTo>
                <a:lnTo>
                  <a:pt x="3479800" y="0"/>
                </a:lnTo>
                <a:lnTo>
                  <a:pt x="34798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5" name="txt.item.2.body"/>
          <p:cNvSpPr txBox="1"/>
          <p:nvPr/>
        </p:nvSpPr>
        <p:spPr>
          <a:xfrm>
            <a:off x="4953000" y="4102100"/>
            <a:ext cx="3479800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700"/>
              </a:lnSpc>
            </a:pPr>
            <a:r>
              <a:rPr lang="ja-JP" altLang="en-US" sz="1200" b="1">
                <a:solidFill>
                  <a:schemeClr val="tx1"/>
                </a:solidFill>
                <a:latin typeface="Barlow"/>
                <a:ea typeface="Noto Sans JP"/>
              </a:rPr>
              <a:t>教育に時間がかかり、すぐ辞める</a:t>
            </a:r>
            <a:endParaRPr lang="ja-JP" altLang="en-US" sz="1200" b="1" dirty="0"/>
          </a:p>
        </p:txBody>
      </p:sp>
      <p:pic>
        <p:nvPicPr>
          <p:cNvPr id="16" name="img.item.3" descr="課題3の写真"/>
          <p:cNvPicPr>
            <a:picLocks noChangeAspect="1"/>
          </p:cNvPicPr>
          <p:nvPr/>
        </p:nvPicPr>
        <p:blipFill>
          <a:blip r:embed="rId8-created"/>
          <a:srcRect/>
          <a:stretch>
            <a:fillRect/>
          </a:stretch>
        </p:blipFill>
        <p:spPr>
          <a:xfrm>
            <a:off x="3810000" y="4699000"/>
            <a:ext cx="990600" cy="990600"/>
          </a:xfrm>
          <a:prstGeom prst="rect">
            <a:avLst/>
          </a:prstGeom>
        </p:spPr>
      </p:pic>
      <p:sp>
        <p:nvSpPr>
          <p:cNvPr id="17" name="txt.item.3.title"/>
          <p:cNvSpPr txBox="1"/>
          <p:nvPr/>
        </p:nvSpPr>
        <p:spPr>
          <a:xfrm>
            <a:off x="4953000" y="4508500"/>
            <a:ext cx="3479800" cy="7747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eaLnBrk="1" hangingPunct="1" latinLnBrk="0">
              <a:lnSpc>
                <a:spcPts val="2900"/>
              </a:lnSpc>
            </a:pPr>
            <a:r>
              <a:rPr lang="ja-JP" altLang="en-US" sz="2100" b="0" spc="350">
                <a:solidFill>
                  <a:schemeClr val="tx1"/>
                </a:solidFill>
                <a:latin typeface="Barlow Medium"/>
                <a:ea typeface="Noto Sans JP Medium"/>
              </a:rPr>
              <a:t>開発費が高い</a:t>
            </a:r>
            <a:endParaRPr lang="ja-JP" altLang="en-US" sz="2100" b="0" dirty="0" spc="350"/>
          </a:p>
        </p:txBody>
      </p:sp>
      <p:sp>
        <p:nvSpPr>
          <p:cNvPr id="18" name="deco.item-3-rule"/>
          <p:cNvSpPr/>
          <p:nvPr/>
        </p:nvSpPr>
        <p:spPr>
          <a:xfrm>
            <a:off x="4953000" y="5321300"/>
            <a:ext cx="3479800" cy="13970"/>
          </a:xfrm>
          <a:custGeom>
            <a:avLst/>
            <a:gdLst/>
            <a:ahLst/>
            <a:cxnLst/>
            <a:rect l="l" t="t" r="r" b="b"/>
            <a:pathLst>
              <a:path w="3479800" h="13970">
                <a:moveTo>
                  <a:pt x="0" y="0"/>
                </a:moveTo>
                <a:lnTo>
                  <a:pt x="3479800" y="0"/>
                </a:lnTo>
                <a:lnTo>
                  <a:pt x="34798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9" name="txt.item.3.body"/>
          <p:cNvSpPr txBox="1"/>
          <p:nvPr/>
        </p:nvSpPr>
        <p:spPr>
          <a:xfrm>
            <a:off x="4953000" y="5435600"/>
            <a:ext cx="3479800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700"/>
              </a:lnSpc>
            </a:pPr>
            <a:r>
              <a:rPr lang="ja-JP" altLang="en-US" sz="1200" b="1">
                <a:solidFill>
                  <a:schemeClr val="tx1"/>
                </a:solidFill>
                <a:latin typeface="Barlow"/>
                <a:ea typeface="Noto Sans JP"/>
              </a:rPr>
              <a:t>見積もりが数百万〜数千万円</a:t>
            </a:r>
            <a:endParaRPr lang="ja-JP" altLang="en-US" sz="1200" b="1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g.side" descr="左の写真"/>
          <p:cNvPicPr>
            <a:picLocks noChangeAspect="1"/>
          </p:cNvPicPr>
          <p:nvPr/>
        </p:nvPicPr>
        <p:blipFill>
          <a:blip r:embed="rId4-created"/>
          <a:srcRect/>
          <a:stretch>
            <a:fillRect/>
          </a:stretch>
        </p:blipFill>
        <p:spPr>
          <a:xfrm>
            <a:off x="0" y="0"/>
            <a:ext cx="3035300" cy="6858000"/>
          </a:xfrm>
          <a:prstGeom prst="rect">
            <a:avLst/>
          </a:prstGeom>
        </p:spPr>
      </p:pic>
      <p:sp>
        <p:nvSpPr>
          <p:cNvPr id="3" name="deco.side-tri-1"/>
          <p:cNvSpPr/>
          <p:nvPr/>
        </p:nvSpPr>
        <p:spPr>
          <a:xfrm>
            <a:off x="0" y="-323850"/>
            <a:ext cx="3035300" cy="3035300"/>
          </a:xfrm>
          <a:custGeom>
            <a:avLst/>
            <a:gdLst/>
            <a:ahLst/>
            <a:cxnLst/>
            <a:rect l="l" t="t" r="r" b="b"/>
            <a:pathLst>
              <a:path w="3035300" h="3035300">
                <a:moveTo>
                  <a:pt x="0" y="3035300"/>
                </a:moveTo>
                <a:lnTo>
                  <a:pt x="3035300" y="0"/>
                </a:lnTo>
                <a:lnTo>
                  <a:pt x="3035300" y="303530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4" name="deco.side-tri-2"/>
          <p:cNvSpPr/>
          <p:nvPr/>
        </p:nvSpPr>
        <p:spPr>
          <a:xfrm>
            <a:off x="0" y="2698750"/>
            <a:ext cx="3035300" cy="3035300"/>
          </a:xfrm>
          <a:custGeom>
            <a:avLst/>
            <a:gdLst/>
            <a:ahLst/>
            <a:cxnLst/>
            <a:rect l="l" t="t" r="r" b="b"/>
            <a:pathLst>
              <a:path w="3035300" h="3035300">
                <a:moveTo>
                  <a:pt x="0" y="0"/>
                </a:moveTo>
                <a:lnTo>
                  <a:pt x="3035300" y="0"/>
                </a:lnTo>
                <a:lnTo>
                  <a:pt x="0" y="303530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5" name="deco.side-tri-3"/>
          <p:cNvSpPr/>
          <p:nvPr/>
        </p:nvSpPr>
        <p:spPr>
          <a:xfrm>
            <a:off x="990600" y="4832350"/>
            <a:ext cx="2044700" cy="2044700"/>
          </a:xfrm>
          <a:custGeom>
            <a:avLst/>
            <a:gdLst/>
            <a:ahLst/>
            <a:cxnLst/>
            <a:rect l="l" t="t" r="r" b="b"/>
            <a:pathLst>
              <a:path w="2044700" h="2044700">
                <a:moveTo>
                  <a:pt x="0" y="2044700"/>
                </a:moveTo>
                <a:lnTo>
                  <a:pt x="2044700" y="0"/>
                </a:lnTo>
                <a:lnTo>
                  <a:pt x="2044700" y="204470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6" name="deco.side-line"/>
          <p:cNvSpPr/>
          <p:nvPr/>
        </p:nvSpPr>
        <p:spPr>
          <a:xfrm>
            <a:off x="76200" y="1727200"/>
            <a:ext cx="1244600" cy="1111250"/>
          </a:xfrm>
          <a:custGeom>
            <a:avLst/>
            <a:gdLst/>
            <a:ahLst/>
            <a:cxnLst/>
            <a:rect l="l" t="t" r="r" b="b"/>
            <a:pathLst>
              <a:path w="1244600" h="1111250">
                <a:moveTo>
                  <a:pt x="0" y="1111250"/>
                </a:moveTo>
                <a:lnTo>
                  <a:pt x="133350" y="1111250"/>
                </a:lnTo>
                <a:lnTo>
                  <a:pt x="1244600" y="0"/>
                </a:lnTo>
                <a:lnTo>
                  <a:pt x="11112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7" name="deco.top-band"/>
          <p:cNvSpPr/>
          <p:nvPr/>
        </p:nvSpPr>
        <p:spPr>
          <a:xfrm>
            <a:off x="9455150" y="-482600"/>
            <a:ext cx="3371850" cy="933450"/>
          </a:xfrm>
          <a:custGeom>
            <a:avLst/>
            <a:gdLst/>
            <a:ahLst/>
            <a:cxnLst/>
            <a:rect l="l" t="t" r="r" b="b"/>
            <a:pathLst>
              <a:path w="3371850" h="933450">
                <a:moveTo>
                  <a:pt x="0" y="933450"/>
                </a:moveTo>
                <a:lnTo>
                  <a:pt x="933450" y="0"/>
                </a:lnTo>
                <a:lnTo>
                  <a:pt x="3371850" y="0"/>
                </a:lnTo>
                <a:lnTo>
                  <a:pt x="244475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8" name="deco.slant-plate"/>
          <p:cNvSpPr/>
          <p:nvPr/>
        </p:nvSpPr>
        <p:spPr>
          <a:xfrm>
            <a:off x="4819650" y="1689100"/>
            <a:ext cx="6350000" cy="3384550"/>
          </a:xfrm>
          <a:custGeom>
            <a:avLst/>
            <a:gdLst/>
            <a:ahLst/>
            <a:cxnLst/>
            <a:rect l="l" t="t" r="r" b="b"/>
            <a:pathLst>
              <a:path w="6350000" h="3384550">
                <a:moveTo>
                  <a:pt x="0" y="3384550"/>
                </a:moveTo>
                <a:lnTo>
                  <a:pt x="3384550" y="0"/>
                </a:lnTo>
                <a:lnTo>
                  <a:pt x="6350000" y="0"/>
                </a:lnTo>
                <a:lnTo>
                  <a:pt x="2965450" y="3384550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>
            <a:noFill/>
          </a:ln>
        </p:spPr>
      </p:sp>
      <p:sp>
        <p:nvSpPr>
          <p:cNvPr id="9" name="deco.title-band"/>
          <p:cNvSpPr/>
          <p:nvPr/>
        </p:nvSpPr>
        <p:spPr>
          <a:xfrm>
            <a:off x="1377950" y="520700"/>
            <a:ext cx="10731500" cy="1073150"/>
          </a:xfrm>
          <a:custGeom>
            <a:avLst/>
            <a:gdLst/>
            <a:ahLst/>
            <a:cxnLst/>
            <a:rect l="l" t="t" r="r" b="b"/>
            <a:pathLst>
              <a:path w="10731500" h="1073150">
                <a:moveTo>
                  <a:pt x="0" y="1073150"/>
                </a:moveTo>
                <a:lnTo>
                  <a:pt x="1066800" y="0"/>
                </a:lnTo>
                <a:lnTo>
                  <a:pt x="10731500" y="0"/>
                </a:lnTo>
                <a:lnTo>
                  <a:pt x="10731500" y="1073150"/>
                </a:lnTo>
                <a:close/>
              </a:path>
            </a:pathLst>
          </a:custGeom>
          <a:solidFill>
            <a:schemeClr val="bg2">
              <a:alpha val="92000"/>
            </a:schemeClr>
          </a:solidFill>
          <a:ln>
            <a:noFill/>
          </a:ln>
        </p:spPr>
      </p:sp>
      <p:sp>
        <p:nvSpPr>
          <p:cNvPr id="10" name="deco.end-triangle"/>
          <p:cNvSpPr/>
          <p:nvPr/>
        </p:nvSpPr>
        <p:spPr>
          <a:xfrm>
            <a:off x="10998200" y="5702300"/>
            <a:ext cx="933450" cy="933450"/>
          </a:xfrm>
          <a:custGeom>
            <a:avLst/>
            <a:gdLst/>
            <a:ahLst/>
            <a:cxnLst/>
            <a:rect l="l" t="t" r="r" b="b"/>
            <a:pathLst>
              <a:path w="933450" h="933450">
                <a:moveTo>
                  <a:pt x="933450" y="0"/>
                </a:moveTo>
                <a:lnTo>
                  <a:pt x="933450" y="933450"/>
                </a:lnTo>
                <a:lnTo>
                  <a:pt x="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1" name="txt.eyebrow"/>
          <p:cNvSpPr txBox="1"/>
          <p:nvPr/>
        </p:nvSpPr>
        <p:spPr>
          <a:xfrm rot="-2700000">
            <a:off x="-431800" y="736600"/>
            <a:ext cx="3048000" cy="7112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spc="400">
                <a:solidFill>
                  <a:schemeClr val="bg1"/>
                </a:solidFill>
                <a:latin typeface="Barlow"/>
                <a:ea typeface="Noto Sans JP"/>
              </a:rPr>
              <a:t>Results</a:t>
            </a:r>
            <a:endParaRPr lang="ja-JP" altLang="en-US" sz="2050" b="0" dirty="0" spc="400"/>
          </a:p>
        </p:txBody>
      </p:sp>
      <p:sp>
        <p:nvSpPr>
          <p:cNvPr id="12" name="txt.headline"/>
          <p:cNvSpPr txBox="1"/>
          <p:nvPr/>
        </p:nvSpPr>
        <p:spPr>
          <a:xfrm>
            <a:off x="3416300" y="660400"/>
            <a:ext cx="8382000" cy="7874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導入企業で出ている成果</a:t>
            </a:r>
            <a:endParaRPr lang="ja-JP" altLang="en-US" sz="3250" b="0" dirty="0"/>
          </a:p>
        </p:txBody>
      </p:sp>
      <p:sp>
        <p:nvSpPr>
          <p:cNvPr id="13" name="txt.label.1"/>
          <p:cNvSpPr txBox="1"/>
          <p:nvPr/>
        </p:nvSpPr>
        <p:spPr>
          <a:xfrm>
            <a:off x="3765550" y="2286000"/>
            <a:ext cx="2286000" cy="406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300" b="1">
                <a:solidFill>
                  <a:schemeClr val="tx1"/>
                </a:solidFill>
                <a:latin typeface="Barlow"/>
                <a:ea typeface="Noto Sans JP"/>
              </a:rPr>
              <a:t>請求書づくり</a:t>
            </a:r>
            <a:endParaRPr lang="ja-JP" altLang="en-US" sz="2300" b="1" dirty="0"/>
          </a:p>
        </p:txBody>
      </p:sp>
      <p:sp>
        <p:nvSpPr>
          <p:cNvPr id="14" name="num.value.1"/>
          <p:cNvSpPr txBox="1"/>
          <p:nvPr/>
        </p:nvSpPr>
        <p:spPr>
          <a:xfrm>
            <a:off x="3765550" y="2692400"/>
            <a:ext cx="2489200" cy="1320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0400"/>
              </a:lnSpc>
            </a:pPr>
            <a:r>
              <a:rPr lang="ja-JP" altLang="en-US" sz="9900" b="0">
                <a:solidFill>
                  <a:schemeClr val="tx1"/>
                </a:solidFill>
                <a:latin typeface="Barlow"/>
                <a:ea typeface="Noto Sans JP"/>
              </a:rPr>
              <a:t>8</a:t>
            </a:r>
            <a:endParaRPr lang="ja-JP" altLang="en-US" sz="9900" b="0" dirty="0"/>
          </a:p>
        </p:txBody>
      </p:sp>
      <p:sp>
        <p:nvSpPr>
          <p:cNvPr id="15" name="deco.value-1-rule"/>
          <p:cNvSpPr/>
          <p:nvPr/>
        </p:nvSpPr>
        <p:spPr>
          <a:xfrm>
            <a:off x="3708400" y="3848100"/>
            <a:ext cx="1854200" cy="95250"/>
          </a:xfrm>
          <a:custGeom>
            <a:avLst/>
            <a:gdLst/>
            <a:ahLst/>
            <a:cxnLst/>
            <a:rect l="l" t="t" r="r" b="b"/>
            <a:pathLst>
              <a:path w="1854200" h="95250">
                <a:moveTo>
                  <a:pt x="0" y="95250"/>
                </a:moveTo>
                <a:lnTo>
                  <a:pt x="1854200" y="95250"/>
                </a:lnTo>
                <a:lnTo>
                  <a:pt x="1765300" y="0"/>
                </a:lnTo>
                <a:lnTo>
                  <a:pt x="952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6" name="txt.unit.1"/>
          <p:cNvSpPr txBox="1"/>
          <p:nvPr/>
        </p:nvSpPr>
        <p:spPr>
          <a:xfrm>
            <a:off x="3765550" y="3962400"/>
            <a:ext cx="1797050" cy="3556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eaLnBrk="1" hangingPunct="1" latinLnBrk="0">
              <a:lnSpc>
                <a:spcPts val="2800"/>
              </a:lnSpc>
            </a:pPr>
            <a:r>
              <a:rPr lang="ja-JP" altLang="en-US" sz="2300" b="1">
                <a:solidFill>
                  <a:schemeClr val="tx1"/>
                </a:solidFill>
                <a:latin typeface="Barlow"/>
                <a:ea typeface="Noto Sans JP"/>
              </a:rPr>
              <a:t>時間/月</a:t>
            </a:r>
            <a:endParaRPr lang="ja-JP" altLang="en-US" sz="2300" b="1" dirty="0"/>
          </a:p>
        </p:txBody>
      </p:sp>
      <p:sp>
        <p:nvSpPr>
          <p:cNvPr id="17" name="txt.note.1"/>
          <p:cNvSpPr txBox="1"/>
          <p:nvPr/>
        </p:nvSpPr>
        <p:spPr>
          <a:xfrm>
            <a:off x="3841750" y="4368800"/>
            <a:ext cx="2286000" cy="584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月40時間から</a:t>
            </a:r>
            <a:endParaRPr lang="ja-JP" altLang="en-US" sz="1500" b="1" dirty="0"/>
          </a:p>
          <a:p>
            <a:pPr algn="l" eaLnBrk="1" hangingPunct="1" latinLnBrk="0">
              <a:lnSpc>
                <a:spcPts val="22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減りました</a:t>
            </a:r>
            <a:endParaRPr lang="ja-JP" altLang="en-US" sz="1500" b="1" dirty="0"/>
          </a:p>
        </p:txBody>
      </p:sp>
      <p:sp>
        <p:nvSpPr>
          <p:cNvPr id="18" name="txt.label.2"/>
          <p:cNvSpPr txBox="1"/>
          <p:nvPr/>
        </p:nvSpPr>
        <p:spPr>
          <a:xfrm>
            <a:off x="6318250" y="2286000"/>
            <a:ext cx="2286000" cy="406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300" b="1">
                <a:solidFill>
                  <a:schemeClr val="tx1"/>
                </a:solidFill>
                <a:latin typeface="Barlow"/>
                <a:ea typeface="Noto Sans JP"/>
              </a:rPr>
              <a:t>差し戻し</a:t>
            </a:r>
            <a:endParaRPr lang="ja-JP" altLang="en-US" sz="2300" b="1" dirty="0"/>
          </a:p>
        </p:txBody>
      </p:sp>
      <p:sp>
        <p:nvSpPr>
          <p:cNvPr id="19" name="num.value.2"/>
          <p:cNvSpPr txBox="1"/>
          <p:nvPr/>
        </p:nvSpPr>
        <p:spPr>
          <a:xfrm>
            <a:off x="6318250" y="2692400"/>
            <a:ext cx="3276600" cy="1320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0400"/>
              </a:lnSpc>
            </a:pPr>
            <a:r>
              <a:rPr lang="ja-JP" altLang="en-US" sz="9900" b="0">
                <a:solidFill>
                  <a:schemeClr val="tx1"/>
                </a:solidFill>
                <a:latin typeface="Barlow"/>
                <a:ea typeface="Noto Sans JP"/>
              </a:rPr>
              <a:t>0</a:t>
            </a:r>
            <a:endParaRPr lang="ja-JP" altLang="en-US" sz="9900" b="0" dirty="0"/>
          </a:p>
        </p:txBody>
      </p:sp>
      <p:sp>
        <p:nvSpPr>
          <p:cNvPr id="20" name="deco.value-2-rule"/>
          <p:cNvSpPr/>
          <p:nvPr/>
        </p:nvSpPr>
        <p:spPr>
          <a:xfrm>
            <a:off x="6261100" y="3848100"/>
            <a:ext cx="1854200" cy="95250"/>
          </a:xfrm>
          <a:custGeom>
            <a:avLst/>
            <a:gdLst/>
            <a:ahLst/>
            <a:cxnLst/>
            <a:rect l="l" t="t" r="r" b="b"/>
            <a:pathLst>
              <a:path w="1854200" h="95250">
                <a:moveTo>
                  <a:pt x="0" y="95250"/>
                </a:moveTo>
                <a:lnTo>
                  <a:pt x="1854200" y="95250"/>
                </a:lnTo>
                <a:lnTo>
                  <a:pt x="1765300" y="0"/>
                </a:lnTo>
                <a:lnTo>
                  <a:pt x="952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1" name="txt.unit.2"/>
          <p:cNvSpPr txBox="1"/>
          <p:nvPr/>
        </p:nvSpPr>
        <p:spPr>
          <a:xfrm>
            <a:off x="6318250" y="3962400"/>
            <a:ext cx="1797050" cy="3556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eaLnBrk="1" hangingPunct="1" latinLnBrk="0">
              <a:lnSpc>
                <a:spcPts val="2800"/>
              </a:lnSpc>
            </a:pPr>
            <a:r>
              <a:rPr lang="ja-JP" altLang="en-US" sz="2300" b="1">
                <a:solidFill>
                  <a:schemeClr val="tx1"/>
                </a:solidFill>
                <a:latin typeface="Barlow"/>
                <a:ea typeface="Noto Sans JP"/>
              </a:rPr>
              <a:t>件</a:t>
            </a:r>
            <a:endParaRPr lang="ja-JP" altLang="en-US" sz="2300" b="1" dirty="0"/>
          </a:p>
        </p:txBody>
      </p:sp>
      <p:sp>
        <p:nvSpPr>
          <p:cNvPr id="22" name="txt.note.2"/>
          <p:cNvSpPr txBox="1"/>
          <p:nvPr/>
        </p:nvSpPr>
        <p:spPr>
          <a:xfrm>
            <a:off x="6394450" y="4368800"/>
            <a:ext cx="2286000" cy="584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入力ミスによる</a:t>
            </a:r>
            <a:endParaRPr lang="ja-JP" altLang="en-US" sz="1500" b="1" dirty="0"/>
          </a:p>
          <a:p>
            <a:pPr algn="l" eaLnBrk="1" hangingPunct="1" latinLnBrk="0">
              <a:lnSpc>
                <a:spcPts val="22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差し戻しはほぼ0件</a:t>
            </a:r>
            <a:endParaRPr lang="ja-JP" altLang="en-US" sz="1500" b="1" dirty="0"/>
          </a:p>
        </p:txBody>
      </p:sp>
      <p:sp>
        <p:nvSpPr>
          <p:cNvPr id="23" name="txt.label.3"/>
          <p:cNvSpPr txBox="1"/>
          <p:nvPr/>
        </p:nvSpPr>
        <p:spPr>
          <a:xfrm>
            <a:off x="9683750" y="2286000"/>
            <a:ext cx="2286000" cy="406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300" b="1">
                <a:solidFill>
                  <a:schemeClr val="tx1"/>
                </a:solidFill>
                <a:latin typeface="Barlow"/>
                <a:ea typeface="Noto Sans JP"/>
              </a:rPr>
              <a:t>導入期間</a:t>
            </a:r>
            <a:endParaRPr lang="ja-JP" altLang="en-US" sz="2300" b="1" dirty="0"/>
          </a:p>
        </p:txBody>
      </p:sp>
      <p:sp>
        <p:nvSpPr>
          <p:cNvPr id="24" name="num.value.3"/>
          <p:cNvSpPr txBox="1"/>
          <p:nvPr/>
        </p:nvSpPr>
        <p:spPr>
          <a:xfrm>
            <a:off x="9683750" y="2692400"/>
            <a:ext cx="2413000" cy="1320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0400"/>
              </a:lnSpc>
            </a:pPr>
            <a:r>
              <a:rPr lang="ja-JP" altLang="en-US" sz="9900" b="0">
                <a:solidFill>
                  <a:schemeClr val="tx1"/>
                </a:solidFill>
                <a:latin typeface="Barlow"/>
                <a:ea typeface="Noto Sans JP"/>
              </a:rPr>
              <a:t>2</a:t>
            </a:r>
            <a:endParaRPr lang="ja-JP" altLang="en-US" sz="9900" b="0" dirty="0"/>
          </a:p>
        </p:txBody>
      </p:sp>
      <p:sp>
        <p:nvSpPr>
          <p:cNvPr id="25" name="deco.value-3-rule"/>
          <p:cNvSpPr/>
          <p:nvPr/>
        </p:nvSpPr>
        <p:spPr>
          <a:xfrm>
            <a:off x="9626600" y="3848100"/>
            <a:ext cx="1854200" cy="95250"/>
          </a:xfrm>
          <a:custGeom>
            <a:avLst/>
            <a:gdLst/>
            <a:ahLst/>
            <a:cxnLst/>
            <a:rect l="l" t="t" r="r" b="b"/>
            <a:pathLst>
              <a:path w="1854200" h="95250">
                <a:moveTo>
                  <a:pt x="0" y="95250"/>
                </a:moveTo>
                <a:lnTo>
                  <a:pt x="1854200" y="95250"/>
                </a:lnTo>
                <a:lnTo>
                  <a:pt x="1765300" y="0"/>
                </a:lnTo>
                <a:lnTo>
                  <a:pt x="952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6" name="txt.unit.3"/>
          <p:cNvSpPr txBox="1"/>
          <p:nvPr/>
        </p:nvSpPr>
        <p:spPr>
          <a:xfrm>
            <a:off x="9683750" y="3962400"/>
            <a:ext cx="1797050" cy="3556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eaLnBrk="1" hangingPunct="1" latinLnBrk="0">
              <a:lnSpc>
                <a:spcPts val="2800"/>
              </a:lnSpc>
            </a:pPr>
            <a:r>
              <a:rPr lang="ja-JP" altLang="en-US" sz="2300" b="1">
                <a:solidFill>
                  <a:schemeClr val="tx1"/>
                </a:solidFill>
                <a:latin typeface="Barlow"/>
                <a:ea typeface="Noto Sans JP"/>
              </a:rPr>
              <a:t>週間</a:t>
            </a:r>
            <a:endParaRPr lang="ja-JP" altLang="en-US" sz="2300" b="1" dirty="0"/>
          </a:p>
        </p:txBody>
      </p:sp>
      <p:sp>
        <p:nvSpPr>
          <p:cNvPr id="27" name="txt.note.3"/>
          <p:cNvSpPr txBox="1"/>
          <p:nvPr/>
        </p:nvSpPr>
        <p:spPr>
          <a:xfrm>
            <a:off x="9759950" y="4368800"/>
            <a:ext cx="2286000" cy="584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導入までの平均期間</a:t>
            </a:r>
            <a:endParaRPr lang="ja-JP" altLang="en-US" sz="1500" b="1" dirty="0"/>
          </a:p>
        </p:txBody>
      </p:sp>
      <p:sp>
        <p:nvSpPr>
          <p:cNvPr id="28" name="txt.footnote"/>
          <p:cNvSpPr txBox="1"/>
          <p:nvPr/>
        </p:nvSpPr>
        <p:spPr>
          <a:xfrm>
            <a:off x="3816350" y="5867400"/>
            <a:ext cx="7620000" cy="558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300" b="1">
                <a:solidFill>
                  <a:schemeClr val="tx1"/>
                </a:solidFill>
                <a:latin typeface="Barlow"/>
                <a:ea typeface="Noto Sans JP"/>
              </a:rPr>
              <a:t>導入いただいた企業での結果です。</a:t>
            </a:r>
            <a:endParaRPr lang="ja-JP" altLang="en-US" sz="1300" b="1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.corner"/>
          <p:cNvSpPr/>
          <p:nvPr/>
        </p:nvSpPr>
        <p:spPr>
          <a:xfrm>
            <a:off x="0" y="0"/>
            <a:ext cx="5469890" cy="5469890"/>
          </a:xfrm>
          <a:custGeom>
            <a:avLst/>
            <a:gdLst/>
            <a:ahLst/>
            <a:cxnLst/>
            <a:rect l="l" t="t" r="r" b="b"/>
            <a:pathLst>
              <a:path w="5469890" h="5469890">
                <a:moveTo>
                  <a:pt x="0" y="0"/>
                </a:moveTo>
                <a:lnTo>
                  <a:pt x="5469890" y="0"/>
                </a:lnTo>
                <a:lnTo>
                  <a:pt x="0" y="546989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3" name="deco.end-triangle"/>
          <p:cNvSpPr/>
          <p:nvPr/>
        </p:nvSpPr>
        <p:spPr>
          <a:xfrm>
            <a:off x="10995660" y="5704840"/>
            <a:ext cx="933450" cy="933450"/>
          </a:xfrm>
          <a:custGeom>
            <a:avLst/>
            <a:gdLst/>
            <a:ahLst/>
            <a:cxnLst/>
            <a:rect l="l" t="t" r="r" b="b"/>
            <a:pathLst>
              <a:path w="933450" h="933450">
                <a:moveTo>
                  <a:pt x="933450" y="0"/>
                </a:moveTo>
                <a:lnTo>
                  <a:pt x="933450" y="933450"/>
                </a:lnTo>
                <a:lnTo>
                  <a:pt x="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4" name="txt.eyebrow"/>
          <p:cNvSpPr txBox="1"/>
          <p:nvPr/>
        </p:nvSpPr>
        <p:spPr>
          <a:xfrm rot="-2700000">
            <a:off x="-431800" y="736600"/>
            <a:ext cx="3048000" cy="7112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spc="400">
                <a:solidFill>
                  <a:schemeClr val="bg1"/>
                </a:solidFill>
                <a:latin typeface="Barlow"/>
                <a:ea typeface="Noto Sans JP Medium"/>
              </a:rPr>
              <a:t>Flow</a:t>
            </a:r>
            <a:endParaRPr lang="ja-JP" altLang="en-US" sz="2050" b="0" dirty="0" spc="400"/>
          </a:p>
        </p:txBody>
      </p:sp>
      <p:sp>
        <p:nvSpPr>
          <p:cNvPr id="5" name="txt.headline"/>
          <p:cNvSpPr txBox="1"/>
          <p:nvPr/>
        </p:nvSpPr>
        <p:spPr>
          <a:xfrm>
            <a:off x="5740400" y="812800"/>
            <a:ext cx="6096000" cy="7112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導入の流れ</a:t>
            </a:r>
            <a:endParaRPr lang="ja-JP" altLang="en-US" sz="3250" b="0" dirty="0"/>
          </a:p>
        </p:txBody>
      </p:sp>
      <p:pic>
        <p:nvPicPr>
          <p:cNvPr id="6" name="img.item.1" descr="手順1の写真"/>
          <p:cNvPicPr>
            <a:picLocks noChangeAspect="1"/>
          </p:cNvPicPr>
          <p:nvPr/>
        </p:nvPicPr>
        <p:blipFill>
          <a:blip r:embed="rId6-created"/>
          <a:srcRect/>
          <a:stretch>
            <a:fillRect/>
          </a:stretch>
        </p:blipFill>
        <p:spPr>
          <a:xfrm>
            <a:off x="2049780" y="1905000"/>
            <a:ext cx="2540000" cy="2540000"/>
          </a:xfrm>
          <a:prstGeom prst="rect">
            <a:avLst/>
          </a:prstGeom>
        </p:spPr>
      </p:pic>
      <p:sp>
        <p:nvSpPr>
          <p:cNvPr id="7" name="deco.item-1-rule"/>
          <p:cNvSpPr/>
          <p:nvPr/>
        </p:nvSpPr>
        <p:spPr>
          <a:xfrm>
            <a:off x="2049780" y="4546600"/>
            <a:ext cx="355600" cy="38100"/>
          </a:xfrm>
          <a:custGeom>
            <a:avLst/>
            <a:gdLst/>
            <a:ahLst/>
            <a:cxnLst/>
            <a:rect l="l" t="t" r="r" b="b"/>
            <a:pathLst>
              <a:path w="355600" h="38100">
                <a:moveTo>
                  <a:pt x="0" y="0"/>
                </a:moveTo>
                <a:lnTo>
                  <a:pt x="355600" y="0"/>
                </a:lnTo>
                <a:lnTo>
                  <a:pt x="355600" y="38100"/>
                </a:lnTo>
                <a:lnTo>
                  <a:pt x="0" y="381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8" name="txt.item.1.caption"/>
          <p:cNvSpPr txBox="1"/>
          <p:nvPr/>
        </p:nvSpPr>
        <p:spPr>
          <a:xfrm>
            <a:off x="2049780" y="4673600"/>
            <a:ext cx="2540000" cy="558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無料のヒアリングでいまの</a:t>
            </a:r>
            <a:endParaRPr lang="ja-JP" altLang="en-US" sz="1500" b="1" dirty="0"/>
          </a:p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業務の流れを伺います</a:t>
            </a:r>
            <a:endParaRPr lang="ja-JP" altLang="en-US" sz="1500" b="1" dirty="0"/>
          </a:p>
        </p:txBody>
      </p:sp>
      <p:pic>
        <p:nvPicPr>
          <p:cNvPr id="9" name="img.item.2" descr="手順2の写真"/>
          <p:cNvPicPr>
            <a:picLocks noChangeAspect="1"/>
          </p:cNvPicPr>
          <p:nvPr/>
        </p:nvPicPr>
        <p:blipFill>
          <a:blip r:embed="rId7-created"/>
          <a:srcRect/>
          <a:stretch>
            <a:fillRect/>
          </a:stretch>
        </p:blipFill>
        <p:spPr>
          <a:xfrm>
            <a:off x="5396230" y="1905000"/>
            <a:ext cx="2540000" cy="2540000"/>
          </a:xfrm>
          <a:prstGeom prst="rect">
            <a:avLst/>
          </a:prstGeom>
        </p:spPr>
      </p:pic>
      <p:sp>
        <p:nvSpPr>
          <p:cNvPr id="10" name="deco.item-2-rule"/>
          <p:cNvSpPr/>
          <p:nvPr/>
        </p:nvSpPr>
        <p:spPr>
          <a:xfrm>
            <a:off x="5396230" y="4546600"/>
            <a:ext cx="355600" cy="38100"/>
          </a:xfrm>
          <a:custGeom>
            <a:avLst/>
            <a:gdLst/>
            <a:ahLst/>
            <a:cxnLst/>
            <a:rect l="l" t="t" r="r" b="b"/>
            <a:pathLst>
              <a:path w="355600" h="38100">
                <a:moveTo>
                  <a:pt x="0" y="0"/>
                </a:moveTo>
                <a:lnTo>
                  <a:pt x="355600" y="0"/>
                </a:lnTo>
                <a:lnTo>
                  <a:pt x="355600" y="38100"/>
                </a:lnTo>
                <a:lnTo>
                  <a:pt x="0" y="381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txt.item.2.caption"/>
          <p:cNvSpPr txBox="1"/>
          <p:nvPr/>
        </p:nvSpPr>
        <p:spPr>
          <a:xfrm>
            <a:off x="5396230" y="4673600"/>
            <a:ext cx="2540000" cy="558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自動化の設計で任せる</a:t>
            </a:r>
            <a:endParaRPr lang="ja-JP" altLang="en-US" sz="1500" b="1" dirty="0"/>
          </a:p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作業を一緒に決めます</a:t>
            </a:r>
            <a:endParaRPr lang="ja-JP" altLang="en-US" sz="1500" b="1" dirty="0"/>
          </a:p>
        </p:txBody>
      </p:sp>
      <p:pic>
        <p:nvPicPr>
          <p:cNvPr id="12" name="img.item.3" descr="手順3の写真"/>
          <p:cNvPicPr>
            <a:picLocks noChangeAspect="1"/>
          </p:cNvPicPr>
          <p:nvPr/>
        </p:nvPicPr>
        <p:blipFill>
          <a:blip r:embed="rId8-created"/>
          <a:srcRect/>
          <a:stretch>
            <a:fillRect/>
          </a:stretch>
        </p:blipFill>
        <p:spPr>
          <a:xfrm>
            <a:off x="8742680" y="1905000"/>
            <a:ext cx="2540000" cy="2540000"/>
          </a:xfrm>
          <a:prstGeom prst="rect">
            <a:avLst/>
          </a:prstGeom>
        </p:spPr>
      </p:pic>
      <p:sp>
        <p:nvSpPr>
          <p:cNvPr id="13" name="deco.item-3-rule"/>
          <p:cNvSpPr/>
          <p:nvPr/>
        </p:nvSpPr>
        <p:spPr>
          <a:xfrm>
            <a:off x="8742680" y="4546600"/>
            <a:ext cx="355600" cy="38100"/>
          </a:xfrm>
          <a:custGeom>
            <a:avLst/>
            <a:gdLst/>
            <a:ahLst/>
            <a:cxnLst/>
            <a:rect l="l" t="t" r="r" b="b"/>
            <a:pathLst>
              <a:path w="355600" h="38100">
                <a:moveTo>
                  <a:pt x="0" y="0"/>
                </a:moveTo>
                <a:lnTo>
                  <a:pt x="355600" y="0"/>
                </a:lnTo>
                <a:lnTo>
                  <a:pt x="355600" y="38100"/>
                </a:lnTo>
                <a:lnTo>
                  <a:pt x="0" y="381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4" name="txt.item.3.caption"/>
          <p:cNvSpPr txBox="1"/>
          <p:nvPr/>
        </p:nvSpPr>
        <p:spPr>
          <a:xfrm>
            <a:off x="8742680" y="4673600"/>
            <a:ext cx="2540000" cy="558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試験運用で</a:t>
            </a:r>
            <a:r>
              <a:rPr lang="ja-JP" altLang="en-US" sz="1500" b="1" u="heavy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Barlow"/>
                <a:ea typeface="Noto Sans JP"/>
              </a:rPr>
              <a:t>小さく</a:t>
            </a:r>
            <a:endParaRPr lang="ja-JP" altLang="en-US" sz="1500" b="1" dirty="0"/>
          </a:p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始め効果を確認</a:t>
            </a:r>
            <a:endParaRPr lang="ja-JP" altLang="en-US" sz="1500" b="1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.band"/>
          <p:cNvSpPr/>
          <p:nvPr/>
        </p:nvSpPr>
        <p:spPr>
          <a:xfrm>
            <a:off x="6941820" y="0"/>
            <a:ext cx="5250180" cy="4279900"/>
          </a:xfrm>
          <a:custGeom>
            <a:avLst/>
            <a:gdLst/>
            <a:ahLst/>
            <a:cxnLst/>
            <a:rect l="l" t="t" r="r" b="b"/>
            <a:pathLst>
              <a:path w="5250180" h="4279900">
                <a:moveTo>
                  <a:pt x="0" y="2753360"/>
                </a:moveTo>
                <a:lnTo>
                  <a:pt x="2753360" y="0"/>
                </a:lnTo>
                <a:lnTo>
                  <a:pt x="5250180" y="0"/>
                </a:lnTo>
                <a:lnTo>
                  <a:pt x="5250180" y="556260"/>
                </a:lnTo>
                <a:lnTo>
                  <a:pt x="1526540" y="427990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</p:sp>
      <p:sp>
        <p:nvSpPr>
          <p:cNvPr id="3" name="deco.tri"/>
          <p:cNvSpPr/>
          <p:nvPr/>
        </p:nvSpPr>
        <p:spPr>
          <a:xfrm>
            <a:off x="9098280" y="3736340"/>
            <a:ext cx="3216910" cy="3216910"/>
          </a:xfrm>
          <a:custGeom>
            <a:avLst/>
            <a:gdLst/>
            <a:ahLst/>
            <a:cxnLst/>
            <a:rect l="l" t="t" r="r" b="b"/>
            <a:pathLst>
              <a:path w="3216910" h="3216910">
                <a:moveTo>
                  <a:pt x="0" y="3216910"/>
                </a:moveTo>
                <a:lnTo>
                  <a:pt x="3216910" y="0"/>
                </a:lnTo>
                <a:lnTo>
                  <a:pt x="3216910" y="321691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4" name="deco.line-blue"/>
          <p:cNvSpPr/>
          <p:nvPr/>
        </p:nvSpPr>
        <p:spPr>
          <a:xfrm>
            <a:off x="8031480" y="5894070"/>
            <a:ext cx="1189990" cy="963930"/>
          </a:xfrm>
          <a:custGeom>
            <a:avLst/>
            <a:gdLst/>
            <a:ahLst/>
            <a:cxnLst/>
            <a:rect l="l" t="t" r="r" b="b"/>
            <a:pathLst>
              <a:path w="1189990" h="963930">
                <a:moveTo>
                  <a:pt x="0" y="963930"/>
                </a:moveTo>
                <a:lnTo>
                  <a:pt x="963930" y="0"/>
                </a:lnTo>
                <a:lnTo>
                  <a:pt x="1189990" y="0"/>
                </a:lnTo>
                <a:lnTo>
                  <a:pt x="226060" y="96393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deco.line-yellow"/>
          <p:cNvSpPr/>
          <p:nvPr/>
        </p:nvSpPr>
        <p:spPr>
          <a:xfrm>
            <a:off x="7326630" y="381000"/>
            <a:ext cx="1574800" cy="1348740"/>
          </a:xfrm>
          <a:custGeom>
            <a:avLst/>
            <a:gdLst/>
            <a:ahLst/>
            <a:cxnLst/>
            <a:rect l="l" t="t" r="r" b="b"/>
            <a:pathLst>
              <a:path w="1574800" h="1348740">
                <a:moveTo>
                  <a:pt x="0" y="1348740"/>
                </a:moveTo>
                <a:lnTo>
                  <a:pt x="1348740" y="0"/>
                </a:lnTo>
                <a:lnTo>
                  <a:pt x="1574800" y="0"/>
                </a:lnTo>
                <a:lnTo>
                  <a:pt x="226060" y="134874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pic>
        <p:nvPicPr>
          <p:cNvPr id="6" name="img.hero" descr="菱形のコラージュ"/>
          <p:cNvPicPr>
            <a:picLocks noChangeAspect="1"/>
          </p:cNvPicPr>
          <p:nvPr/>
        </p:nvPicPr>
        <p:blipFill>
          <a:blip r:embed="rId4-created"/>
          <a:srcRect/>
          <a:stretch>
            <a:fillRect/>
          </a:stretch>
        </p:blipFill>
        <p:spPr>
          <a:xfrm>
            <a:off x="1069340" y="1102360"/>
            <a:ext cx="7360920" cy="5345430"/>
          </a:xfrm>
          <a:custGeom>
            <a:avLst/>
            <a:gdLst/>
            <a:ahLst/>
            <a:cxnLst/>
            <a:rect l="l" t="t" r="r" b="b"/>
            <a:pathLst>
              <a:path w="7360920" h="5345430">
                <a:moveTo>
                  <a:pt x="2146300" y="1047750"/>
                </a:moveTo>
                <a:lnTo>
                  <a:pt x="3192780" y="0"/>
                </a:lnTo>
                <a:lnTo>
                  <a:pt x="4240530" y="1047750"/>
                </a:lnTo>
                <a:lnTo>
                  <a:pt x="3192780" y="2095500"/>
                </a:lnTo>
                <a:close/>
              </a:path>
              <a:path w="7360920" h="5345430">
                <a:moveTo>
                  <a:pt x="4307840" y="1049020"/>
                </a:moveTo>
                <a:lnTo>
                  <a:pt x="5355590" y="2540"/>
                </a:lnTo>
                <a:lnTo>
                  <a:pt x="6403340" y="1049020"/>
                </a:lnTo>
                <a:lnTo>
                  <a:pt x="5355590" y="2096770"/>
                </a:lnTo>
                <a:close/>
              </a:path>
              <a:path w="7360920" h="5345430">
                <a:moveTo>
                  <a:pt x="3228340" y="2129790"/>
                </a:moveTo>
                <a:lnTo>
                  <a:pt x="4274820" y="1082040"/>
                </a:lnTo>
                <a:lnTo>
                  <a:pt x="5322570" y="2129790"/>
                </a:lnTo>
                <a:lnTo>
                  <a:pt x="4274820" y="3177540"/>
                </a:lnTo>
                <a:close/>
              </a:path>
              <a:path w="7360920" h="5345430">
                <a:moveTo>
                  <a:pt x="0" y="3209290"/>
                </a:moveTo>
                <a:lnTo>
                  <a:pt x="2113280" y="1096010"/>
                </a:lnTo>
                <a:lnTo>
                  <a:pt x="4226560" y="3209290"/>
                </a:lnTo>
                <a:lnTo>
                  <a:pt x="2113280" y="5323840"/>
                </a:lnTo>
                <a:close/>
              </a:path>
              <a:path w="7360920" h="5345430">
                <a:moveTo>
                  <a:pt x="4307840" y="3209290"/>
                </a:moveTo>
                <a:lnTo>
                  <a:pt x="5834380" y="1682750"/>
                </a:lnTo>
                <a:lnTo>
                  <a:pt x="7360920" y="3209290"/>
                </a:lnTo>
                <a:lnTo>
                  <a:pt x="5834380" y="4737100"/>
                </a:lnTo>
                <a:close/>
              </a:path>
              <a:path w="7360920" h="5345430">
                <a:moveTo>
                  <a:pt x="3219450" y="4297680"/>
                </a:moveTo>
                <a:lnTo>
                  <a:pt x="4267200" y="3249930"/>
                </a:lnTo>
                <a:lnTo>
                  <a:pt x="5314950" y="4297680"/>
                </a:lnTo>
                <a:lnTo>
                  <a:pt x="4267200" y="5345430"/>
                </a:lnTo>
                <a:close/>
              </a:path>
            </a:pathLst>
          </a:custGeom>
        </p:spPr>
      </p:pic>
      <p:sp>
        <p:nvSpPr>
          <p:cNvPr id="7" name="txt.headline"/>
          <p:cNvSpPr txBox="1"/>
          <p:nvPr/>
        </p:nvSpPr>
        <p:spPr>
          <a:xfrm>
            <a:off x="609600" y="279400"/>
            <a:ext cx="6604000" cy="7112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まずはご相談ください</a:t>
            </a:r>
            <a:endParaRPr lang="ja-JP" altLang="en-US" sz="3250" b="0" dirty="0"/>
          </a:p>
        </p:txBody>
      </p:sp>
      <p:sp>
        <p:nvSpPr>
          <p:cNvPr id="8" name="txt.subtitle"/>
          <p:cNvSpPr txBox="1"/>
          <p:nvPr/>
        </p:nvSpPr>
        <p:spPr>
          <a:xfrm>
            <a:off x="635000" y="1168400"/>
            <a:ext cx="2489200" cy="584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ヒアリングは</a:t>
            </a:r>
            <a:r>
              <a:rPr lang="ja-JP" altLang="en-US" sz="1500" b="1" u="heavy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Barlow"/>
                <a:ea typeface="Noto Sans JP"/>
              </a:rPr>
              <a:t>無料</a:t>
            </a: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です。</a:t>
            </a:r>
            <a:endParaRPr lang="ja-JP" altLang="en-US" sz="1500" b="1" dirty="0"/>
          </a:p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一緒に見つけます。</a:t>
            </a:r>
            <a:endParaRPr lang="ja-JP" altLang="en-US" sz="1500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Provisional Blue Yellow">
      <a:dk1>
        <a:srgbClr val="000000"/>
      </a:dk1>
      <a:lt1>
        <a:srgbClr val="FFFFFF"/>
      </a:lt1>
      <a:dk2>
        <a:srgbClr val="3D3D3D"/>
      </a:dk2>
      <a:lt2>
        <a:srgbClr val="ECECEC"/>
      </a:lt2>
      <a:accent1>
        <a:srgbClr val="0064D6"/>
      </a:accent1>
      <a:accent2>
        <a:srgbClr val="E4E74D"/>
      </a:accent2>
      <a:accent3>
        <a:srgbClr val="8FBDF0"/>
      </a:accent3>
      <a:accent4>
        <a:srgbClr val="003F8A"/>
      </a:accent4>
      <a:accent5>
        <a:srgbClr val="F7F8D0"/>
      </a:accent5>
      <a:accent6>
        <a:srgbClr val="9E9E9E"/>
      </a:accent6>
      <a:hlink>
        <a:srgbClr val="0000FF"/>
      </a:hlink>
      <a:folHlink>
        <a:srgbClr val="800080"/>
      </a:folHlink>
    </a:clrScheme>
    <a:fontScheme name="Provisional">
      <a:majorFont>
        <a:latin typeface="Barlow"/>
        <a:ea typeface="Noto Serif JP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arlow"/>
        <a:ea typeface="Noto Sans JP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