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probe-issues</a:t>
            </a:r>
          </a:p>
          <a:p>
            <a:r>
              <a:t>variant: "2"</a:t>
            </a:r>
          </a:p>
          <a:p>
            <a:r>
              <a:t>role: [problem]</a:t>
            </a:r>
          </a:p>
          <a:p>
            <a:r>
              <a:t>label: 検証用（課題2件）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type: probe-section</a:t>
            </a:r>
          </a:p>
          <a:p>
            <a:r>
              <a:t>role: [section]</a:t>
            </a:r>
          </a:p>
          <a:p>
            <a:r>
              <a:t>label: 検証用（中扉）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title-band"/>
          <p:cNvSpPr/>
          <p:nvPr/>
        </p:nvSpPr>
        <p:spPr>
          <a:xfrm>
            <a:off x="4673600" y="177800"/>
            <a:ext cx="7010400" cy="355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.corner-triangle"/>
          <p:cNvSpPr/>
          <p:nvPr/>
        </p:nvSpPr>
        <p:spPr>
          <a:xfrm rot="16200000">
            <a:off x="11430000" y="6096000"/>
            <a:ext cx="762000" cy="7620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.eyebrow-band"/>
          <p:cNvSpPr/>
          <p:nvPr/>
        </p:nvSpPr>
        <p:spPr>
          <a:xfrm>
            <a:off x="0" y="0"/>
            <a:ext cx="2159000" cy="889000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xt.headline"/>
          <p:cNvSpPr txBox="1"/>
          <p:nvPr/>
        </p:nvSpPr>
        <p:spPr>
          <a:xfrm>
            <a:off x="4902200" y="177800"/>
            <a:ext cx="6604000" cy="355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2000" b="0" lang="ja-JP">
                <a:solidFill>
                  <a:schemeClr val="tx1"/>
                </a:solidFill>
                <a:latin typeface="Noto Serif JP"/>
                <a:ea typeface="Noto Serif JP"/>
              </a:rPr>
              <a:t>ダミー見出しダミー見出し</a:t>
            </a:r>
          </a:p>
        </p:txBody>
      </p:sp>
      <p:pic>
        <p:nvPicPr>
          <p:cNvPr id="6" name="img.hero" descr="dummy-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524000"/>
            <a:ext cx="3810000" cy="3810000"/>
          </a:xfrm>
          <a:prstGeom prst="parallelogram">
            <a:avLst>
              <a:gd name="adj" fmla="val 50000"/>
            </a:avLst>
          </a:prstGeom>
        </p:spPr>
      </p:pic>
      <p:sp>
        <p:nvSpPr>
          <p:cNvPr id="7" name="txt.item.1"/>
          <p:cNvSpPr txBox="1"/>
          <p:nvPr/>
        </p:nvSpPr>
        <p:spPr>
          <a:xfrm>
            <a:off x="4826000" y="1524000"/>
            <a:ext cx="2794000" cy="55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lang="ja-JP">
                <a:solidFill>
                  <a:schemeClr val="tx1"/>
                </a:solidFill>
                <a:latin typeface="Noto Sans JP"/>
                <a:ea typeface="Noto Sans JP"/>
              </a:rPr>
              <a:t>ダミー項目一</a:t>
            </a:r>
          </a:p>
        </p:txBody>
      </p:sp>
      <p:sp>
        <p:nvSpPr>
          <p:cNvPr id="8" name="txt.item.2"/>
          <p:cNvSpPr txBox="1"/>
          <p:nvPr/>
        </p:nvSpPr>
        <p:spPr>
          <a:xfrm>
            <a:off x="8128000" y="1524000"/>
            <a:ext cx="2794000" cy="558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600" b="1" lang="ja-JP">
                <a:solidFill>
                  <a:schemeClr val="tx1"/>
                </a:solidFill>
                <a:latin typeface="Noto Sans JP"/>
                <a:ea typeface="Noto Sans JP"/>
              </a:rPr>
              <a:t>ダミー項目二</a:t>
            </a:r>
          </a:p>
        </p:txBody>
      </p:sp>
      <p:sp>
        <p:nvSpPr>
          <p:cNvPr id="9" name="txt.body"/>
          <p:cNvSpPr txBox="1"/>
          <p:nvPr/>
        </p:nvSpPr>
        <p:spPr>
          <a:xfrm>
            <a:off x="4826000" y="2540000"/>
            <a:ext cx="6096000" cy="152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1200" b="0" lang="ja-JP">
                <a:solidFill>
                  <a:schemeClr val="tx1"/>
                </a:solidFill>
                <a:latin typeface="Noto Sans JP"/>
                <a:ea typeface="Noto Sans JP"/>
              </a:rPr>
              <a:t>ダミー本文。</a:t>
            </a:r>
          </a:p>
        </p:txBody>
      </p:sp>
      <p:sp>
        <p:nvSpPr>
          <p:cNvPr id="10" name="num.rate"/>
          <p:cNvSpPr txBox="1"/>
          <p:nvPr/>
        </p:nvSpPr>
        <p:spPr>
          <a:xfrm>
            <a:off x="4826000" y="4318000"/>
            <a:ext cx="2794000" cy="1016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6000" b="0" lang="ja-JP">
                <a:solidFill>
                  <a:schemeClr val="tx1"/>
                </a:solidFill>
                <a:latin typeface="Barlow"/>
                <a:ea typeface="Noto Sans JP"/>
              </a:rPr>
              <a:t>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o.section-band"/>
          <p:cNvSpPr/>
          <p:nvPr/>
        </p:nvSpPr>
        <p:spPr>
          <a:xfrm>
            <a:off x="4318000" y="1524000"/>
            <a:ext cx="7112000" cy="914400"/>
          </a:xfrm>
          <a:prstGeom prst="parallelogram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xt.headline"/>
          <p:cNvSpPr txBox="1"/>
          <p:nvPr/>
        </p:nvSpPr>
        <p:spPr>
          <a:xfrm>
            <a:off x="4826000" y="1651000"/>
            <a:ext cx="6096000" cy="66040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2800" b="1" lang="ja-JP">
                <a:solidFill>
                  <a:schemeClr val="bg1"/>
                </a:solidFill>
                <a:latin typeface="Noto Sans JP"/>
                <a:ea typeface="Noto Sans JP"/>
              </a:rPr>
              <a:t>ダミー中扉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robeBlueYellow">
      <a:dk1>
        <a:srgbClr val="000000"/>
      </a:dk1>
      <a:lt1>
        <a:srgbClr val="FFFFFF"/>
      </a:lt1>
      <a:dk2>
        <a:srgbClr val="3D3D3D"/>
      </a:dk2>
      <a:lt2>
        <a:srgbClr val="ECECEC"/>
      </a:lt2>
      <a:accent1>
        <a:srgbClr val="0064D6"/>
      </a:accent1>
      <a:accent2>
        <a:srgbClr val="E4E7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robeFonts">
      <a:majorFont>
        <a:latin typeface="Barlow"/>
        <a:ea typeface="Noto Sans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Noto Sans JP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