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cover</a:t>
            </a:r>
          </a:p>
          <a:p>
            <a:r>
              <a:t>role: [cover]</a:t>
            </a:r>
          </a:p>
          <a:p>
            <a:r>
              <a:t>label: 表紙（写真＋要点3つ）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"2"</a:t>
            </a:r>
          </a:p>
          <a:p>
            <a:r>
              <a:t>role: [problem]</a:t>
            </a:r>
          </a:p>
          <a:p>
            <a:r>
              <a:t>label: 課題提示（2項目）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"3"</a:t>
            </a:r>
          </a:p>
          <a:p>
            <a:r>
              <a:t>role: [problem]</a:t>
            </a:r>
          </a:p>
          <a:p>
            <a:r>
              <a:t>label: 課題提示（3項目）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issues</a:t>
            </a:r>
          </a:p>
          <a:p>
            <a:r>
              <a:t>variant: "4"</a:t>
            </a:r>
          </a:p>
          <a:p>
            <a:r>
              <a:t>role: [problem]</a:t>
            </a:r>
          </a:p>
          <a:p>
            <a:r>
              <a:t>label: 課題提示（4項目）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numbers</a:t>
            </a:r>
          </a:p>
          <a:p>
            <a:r>
              <a:t>variant: "3"</a:t>
            </a:r>
          </a:p>
          <a:p>
            <a:r>
              <a:t>role: [number]</a:t>
            </a:r>
          </a:p>
          <a:p>
            <a:r>
              <a:t>label: 数値訴求（3つの数字）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attention</a:t>
            </a:r>
          </a:p>
          <a:p>
            <a:r>
              <a:t>role: [emphasis]</a:t>
            </a:r>
          </a:p>
          <a:p>
            <a:r>
              <a:t>label: 注意・強調（重要なことを改めて言う）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section</a:t>
            </a:r>
          </a:p>
          <a:p>
            <a:r>
              <a:t>role: [section]</a:t>
            </a:r>
          </a:p>
          <a:p>
            <a:r>
              <a:t>label: 中扉（章の見出し）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steps</a:t>
            </a:r>
          </a:p>
          <a:p>
            <a:r>
              <a:t>variant: "3"</a:t>
            </a:r>
          </a:p>
          <a:p>
            <a:r>
              <a:t>role: [steps]</a:t>
            </a:r>
          </a:p>
          <a:p>
            <a:r>
              <a:t>label: 画像が並ぶ（手順 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steps</a:t>
            </a:r>
          </a:p>
          <a:p>
            <a:r>
              <a:t>variant: "4"</a:t>
            </a:r>
          </a:p>
          <a:p>
            <a:r>
              <a:t>role: [steps]</a:t>
            </a:r>
          </a:p>
          <a:p>
            <a:r>
              <a:t>label: 画像が並ぶ（手順 4つ）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collage</a:t>
            </a:r>
          </a:p>
          <a:p>
            <a:r>
              <a:t>role: [closing, cover]</a:t>
            </a:r>
          </a:p>
          <a:p>
            <a:r>
              <a:t>label: 写真コラージュ（結び・表紙の別案）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"3"</a:t>
            </a:r>
          </a:p>
          <a:p>
            <a:r>
              <a:t>role: [toc]</a:t>
            </a:r>
          </a:p>
          <a:p>
            <a:r>
              <a:t>label: 目次（3項目）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"4"</a:t>
            </a:r>
          </a:p>
          <a:p>
            <a:r>
              <a:t>role: [toc]</a:t>
            </a:r>
          </a:p>
          <a:p>
            <a:r>
              <a:t>label: 目次（4項目）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toc</a:t>
            </a:r>
          </a:p>
          <a:p>
            <a:r>
              <a:t>variant: "5"</a:t>
            </a:r>
          </a:p>
          <a:p>
            <a:r>
              <a:t>role: [toc]</a:t>
            </a:r>
          </a:p>
          <a:p>
            <a:r>
              <a:t>label: 目次（5項目）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photo-text</a:t>
            </a:r>
          </a:p>
          <a:p>
            <a:r>
              <a:t>variant: "a"</a:t>
            </a:r>
          </a:p>
          <a:p>
            <a:r>
              <a:t>role: [photo-text]</a:t>
            </a:r>
          </a:p>
          <a:p>
            <a:r>
              <a:t>label: 写真＋本文A（見出しと説明文）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photo-text</a:t>
            </a:r>
          </a:p>
          <a:p>
            <a:r>
              <a:t>variant: "b"</a:t>
            </a:r>
          </a:p>
          <a:p>
            <a:r>
              <a:t>role: [photo-text]</a:t>
            </a:r>
          </a:p>
          <a:p>
            <a:r>
              <a:t>label: 写真＋本文B（見出しと要点3つ）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cover</a:t>
            </a:r>
          </a:p>
          <a:p>
            <a:r>
              <a:t>variant: "plain"</a:t>
            </a:r>
          </a:p>
          <a:p>
            <a:r>
              <a:t>role: [cover]</a:t>
            </a:r>
          </a:p>
          <a:p>
            <a:r>
              <a:t>label: 表紙（写真＋見出しだけ）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2"/>
          <a:srcRect t="352" b="352"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ダミー小見出し</a:t>
            </a:r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33782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31750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33782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31877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8178800" y="40005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41148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dirty="0" spc="350">
                <a:solidFill>
                  <a:schemeClr val="tx1"/>
                </a:solidFill>
                <a:latin typeface="Barlow Medium"/>
                <a:ea typeface="Noto Sans JP Medium"/>
              </a:rPr>
              <a:t>ダミー課題</a:t>
            </a:r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2"/>
          <a:srcRect l="35246" r="35246"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</a:t>
            </a:r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Label</a:t>
            </a:r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5895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5895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ダミー</a:t>
            </a:r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 dirty="0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5895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 dirty="0">
                <a:solidFill>
                  <a:schemeClr val="tx1"/>
                </a:solidFill>
                <a:latin typeface="Barlow"/>
                <a:ea typeface="Noto Sans JP"/>
              </a:rPr>
              <a:t>単位</a:t>
            </a:r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 dirty="0">
                <a:solidFill>
                  <a:schemeClr val="tx1"/>
                </a:solidFill>
                <a:latin typeface="Barlow"/>
                <a:ea typeface="Noto Sans JP"/>
              </a:rPr>
              <a:t>ダミー注記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2"/>
          <a:srcRect l="9506" r="9506"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tx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ダミー説明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 dirty="0">
                <a:solidFill>
                  <a:schemeClr val="bg1"/>
                </a:solidFill>
                <a:latin typeface="Barlow"/>
                <a:ea typeface="Noto Sans JP"/>
              </a:rPr>
              <a:t>ダミー中扉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 Medium"/>
              </a:rPr>
              <a:t>Dummy Label</a:t>
            </a:r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 Medium"/>
              </a:rPr>
              <a:t>Dummy Label</a:t>
            </a:r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2049780" y="2137410"/>
            <a:ext cx="2077720" cy="207772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4434840" y="2137410"/>
            <a:ext cx="2077720" cy="207772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443484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443484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6819900" y="2137410"/>
            <a:ext cx="2077720" cy="207772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681990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681990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  <p:pic>
        <p:nvPicPr>
          <p:cNvPr id="15" name="img.item.4" descr="手順4の写真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9204960" y="2137410"/>
            <a:ext cx="2077720" cy="2077720"/>
          </a:xfrm>
          <a:prstGeom prst="rect">
            <a:avLst/>
          </a:prstGeom>
        </p:spPr>
      </p:pic>
      <p:sp>
        <p:nvSpPr>
          <p:cNvPr id="16" name="deco.item-4-rule"/>
          <p:cNvSpPr/>
          <p:nvPr/>
        </p:nvSpPr>
        <p:spPr>
          <a:xfrm>
            <a:off x="920496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xt.item.4.caption"/>
          <p:cNvSpPr txBox="1"/>
          <p:nvPr/>
        </p:nvSpPr>
        <p:spPr>
          <a:xfrm>
            <a:off x="920496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ダミー説明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2"/>
          <a:srcRect l="4098" r="4098"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5527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0353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5527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33401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8227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3401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41275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6101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1275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6" name="deco.toc-no-4"/>
          <p:cNvSpPr txBox="1"/>
          <p:nvPr/>
        </p:nvSpPr>
        <p:spPr>
          <a:xfrm>
            <a:off x="1397000" y="49149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3975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9149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2"/>
          <a:srcRect t="11230" b="11230"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dirty="0" spc="400">
                <a:solidFill>
                  <a:schemeClr val="bg1"/>
                </a:solidFill>
                <a:latin typeface="Barlow"/>
                <a:ea typeface="Noto Sans JP"/>
              </a:rPr>
              <a:t>Dummy Label</a:t>
            </a:r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ダミー項目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2"/>
          <a:srcRect l="33796" r="33796"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3"/>
          <a:srcRect l="33564" r="33564"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5715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deco.rule"/>
          <p:cNvSpPr/>
          <p:nvPr/>
        </p:nvSpPr>
        <p:spPr>
          <a:xfrm>
            <a:off x="6604000" y="17907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1717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 dirty="0">
                <a:solidFill>
                  <a:schemeClr val="tx1"/>
                </a:solidFill>
                <a:latin typeface="Barlow"/>
                <a:ea typeface="Noto Sans JP"/>
              </a:rPr>
              <a:t>ダミー本文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2"/>
          <a:srcRect l="18765" r="18765"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5715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tx1"/>
                </a:solidFill>
                <a:latin typeface="Noto Serif JP"/>
                <a:ea typeface="Noto Serif JP"/>
              </a:rPr>
              <a:t>ダミー見出し</a:t>
            </a:r>
          </a:p>
        </p:txBody>
      </p:sp>
      <p:sp>
        <p:nvSpPr>
          <p:cNvPr id="8" name="deco.point-1"/>
          <p:cNvSpPr/>
          <p:nvPr/>
        </p:nvSpPr>
        <p:spPr>
          <a:xfrm>
            <a:off x="7061200" y="228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2225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0" name="deco.point-2"/>
          <p:cNvSpPr/>
          <p:nvPr/>
        </p:nvSpPr>
        <p:spPr>
          <a:xfrm>
            <a:off x="7061200" y="345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3909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  <p:sp>
        <p:nvSpPr>
          <p:cNvPr id="12" name="deco.point-3"/>
          <p:cNvSpPr/>
          <p:nvPr/>
        </p:nvSpPr>
        <p:spPr>
          <a:xfrm>
            <a:off x="7061200" y="4622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5593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 dirty="0">
                <a:solidFill>
                  <a:schemeClr val="tx1"/>
                </a:solidFill>
                <a:latin typeface="Barlow Medium"/>
                <a:ea typeface="Noto Sans JP Medium"/>
              </a:rPr>
              <a:t>ダミー要点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7371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6724650" cy="1066800"/>
          </a:xfrm>
          <a:custGeom>
            <a:avLst/>
            <a:gdLst/>
            <a:ahLst/>
            <a:cxnLst/>
            <a:rect l="l" t="t" r="r" b="b"/>
            <a:pathLst>
              <a:path w="6724650" h="1066800">
                <a:moveTo>
                  <a:pt x="0" y="1066800"/>
                </a:moveTo>
                <a:lnTo>
                  <a:pt x="1073150" y="0"/>
                </a:lnTo>
                <a:lnTo>
                  <a:pt x="6724650" y="0"/>
                </a:lnTo>
                <a:lnTo>
                  <a:pt x="67246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 dirty="0">
                <a:solidFill>
                  <a:schemeClr val="bg1"/>
                </a:solidFill>
                <a:latin typeface="Noto Serif JP"/>
                <a:ea typeface="Noto Serif JP"/>
              </a:rPr>
              <a:t>ダミー大見出し</a:t>
            </a:r>
          </a:p>
        </p:txBody>
      </p:sp>
      <p:sp>
        <p:nvSpPr>
          <p:cNvPr id="8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dirty="0">
                <a:solidFill>
                  <a:schemeClr val="tx1"/>
                </a:solidFill>
                <a:latin typeface="Barlow"/>
                <a:ea typeface="Noto Sans JP"/>
              </a:rPr>
              <a:t>ダミー副題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1E8C4E"/>
      </a:accent1>
      <a:accent2>
        <a:srgbClr val="E5508A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