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cover</a:t>
            </a:r>
          </a:p>
          <a:p>
            <a:r>
              <a:t>role: [cover]</a:t>
            </a:r>
          </a:p>
          <a:p>
            <a:r>
              <a:t>label: 表紙（写真＋要点3つ）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"2"</a:t>
            </a:r>
          </a:p>
          <a:p>
            <a:r>
              <a:t>role: [problem]</a:t>
            </a:r>
          </a:p>
          <a:p>
            <a:r>
              <a:t>label: 課題提示（2項目）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"3"</a:t>
            </a:r>
          </a:p>
          <a:p>
            <a:r>
              <a:t>role: [problem]</a:t>
            </a:r>
          </a:p>
          <a:p>
            <a:r>
              <a:t>label: 課題提示（3項目）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"4"</a:t>
            </a:r>
          </a:p>
          <a:p>
            <a:r>
              <a:t>role: [problem]</a:t>
            </a:r>
          </a:p>
          <a:p>
            <a:r>
              <a:t>label: 課題提示（4項目）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numbers</a:t>
            </a:r>
          </a:p>
          <a:p>
            <a:r>
              <a:t>variant: "3"</a:t>
            </a:r>
          </a:p>
          <a:p>
            <a:r>
              <a:t>role: [number]</a:t>
            </a:r>
          </a:p>
          <a:p>
            <a:r>
              <a:t>label: 数値訴求（3つの数字）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2"/>
          <a:srcRect t="352" b="352"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Company Issues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32000" y="33782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31750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35800" y="33782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81788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Company Issues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3810000" y="20320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4953000" y="1841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4953000" y="2654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4953000" y="2768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3810000" y="33655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4953000" y="31750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4953000" y="39878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4953000" y="41021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3810000" y="4699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4953000" y="4508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8" name="deco.item-3-rule"/>
          <p:cNvSpPr/>
          <p:nvPr/>
        </p:nvSpPr>
        <p:spPr>
          <a:xfrm>
            <a:off x="4953000" y="5321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4953000" y="5435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Company Issues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2"/>
          <a:srcRect l="35246" r="35246"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The core</a:t>
            </a:r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of the system</a:t>
            </a:r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 dirty="0">
                <a:solidFill>
                  <a:schemeClr val="tx1"/>
                </a:solidFill>
                <a:latin typeface="Barlow"/>
                <a:ea typeface="Noto Sans JP"/>
              </a:rPr>
              <a:t>ダミー注記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