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8890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21082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4892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8890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603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5400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771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7084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940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8768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